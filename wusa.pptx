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4"/>
  </p:sldMasterIdLst>
  <p:notesMasterIdLst>
    <p:notesMasterId r:id="rId12"/>
  </p:notesMasterIdLst>
  <p:sldIdLst>
    <p:sldId id="276" r:id="rId5"/>
    <p:sldId id="277" r:id="rId6"/>
    <p:sldId id="278" r:id="rId7"/>
    <p:sldId id="279" r:id="rId8"/>
    <p:sldId id="280" r:id="rId9"/>
    <p:sldId id="282" r:id="rId10"/>
    <p:sldId id="265" r:id="rId11"/>
  </p:sldIdLst>
  <p:sldSz cx="9110663" cy="5124450"/>
  <p:notesSz cx="9144000" cy="5124450"/>
  <p:custShowLst>
    <p:custShow name="Custom Show 1" id="0">
      <p:sldLst>
        <p:sld r:id="rId11"/>
      </p:sldLst>
    </p:custShow>
  </p:custShow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614" userDrawn="1">
          <p15:clr>
            <a:srgbClr val="A4A3A4"/>
          </p15:clr>
        </p15:guide>
        <p15:guide id="2" pos="2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AAE5"/>
    <a:srgbClr val="1F497D"/>
    <a:srgbClr val="272F7D"/>
    <a:srgbClr val="00A56B"/>
    <a:srgbClr val="7F80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7" autoAdjust="0"/>
    <p:restoredTop sz="94353" autoAdjust="0"/>
  </p:normalViewPr>
  <p:slideViewPr>
    <p:cSldViewPr>
      <p:cViewPr varScale="1">
        <p:scale>
          <a:sx n="109" d="100"/>
          <a:sy n="109" d="100"/>
        </p:scale>
        <p:origin x="682" y="86"/>
      </p:cViewPr>
      <p:guideLst>
        <p:guide orient="horz" pos="1614"/>
        <p:guide pos="28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E87ED-75C2-490B-A9A6-4F8A9D0B105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35300" y="641350"/>
            <a:ext cx="3073400" cy="1728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65388"/>
            <a:ext cx="7315200" cy="20193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6727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6727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C17B2-4B1D-4225-BCF7-FBBBA162C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775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CC17B2-4B1D-4225-BCF7-FBBBA162CE5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66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profile.php?id=61555580054246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instagram.com/welspun_gcc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hyperlink" Target="https://twitter.com/Welspun_GCC" TargetMode="External"/><Relationship Id="rId4" Type="http://schemas.openxmlformats.org/officeDocument/2006/relationships/hyperlink" Target="https://www.linkedin.com/company/welspun-transformation-services-limited/" TargetMode="External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/>
          <p:nvPr userDrawn="1"/>
        </p:nvSpPr>
        <p:spPr>
          <a:xfrm>
            <a:off x="0" y="1"/>
            <a:ext cx="9110663" cy="5069458"/>
          </a:xfrm>
          <a:custGeom>
            <a:avLst/>
            <a:gdLst/>
            <a:ahLst/>
            <a:cxnLst/>
            <a:rect l="l" t="t" r="r" b="b"/>
            <a:pathLst>
              <a:path w="20104100" h="11195685">
                <a:moveTo>
                  <a:pt x="0" y="11195564"/>
                </a:moveTo>
                <a:lnTo>
                  <a:pt x="20104099" y="11195564"/>
                </a:lnTo>
                <a:lnTo>
                  <a:pt x="20104099" y="0"/>
                </a:lnTo>
                <a:lnTo>
                  <a:pt x="0" y="0"/>
                </a:lnTo>
                <a:lnTo>
                  <a:pt x="0" y="11195564"/>
                </a:lnTo>
                <a:close/>
              </a:path>
            </a:pathLst>
          </a:custGeom>
          <a:solidFill>
            <a:srgbClr val="2A3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 userDrawn="1"/>
        </p:nvSpPr>
        <p:spPr>
          <a:xfrm>
            <a:off x="0" y="1351"/>
            <a:ext cx="5273934" cy="5124713"/>
          </a:xfrm>
          <a:custGeom>
            <a:avLst/>
            <a:gdLst/>
            <a:ahLst/>
            <a:cxnLst/>
            <a:rect l="l" t="t" r="r" b="b"/>
            <a:pathLst>
              <a:path w="10690860" h="10350500">
                <a:moveTo>
                  <a:pt x="2013767" y="0"/>
                </a:moveTo>
                <a:lnTo>
                  <a:pt x="1786829" y="0"/>
                </a:lnTo>
                <a:lnTo>
                  <a:pt x="1810734" y="25400"/>
                </a:lnTo>
                <a:lnTo>
                  <a:pt x="1847621" y="63500"/>
                </a:lnTo>
                <a:lnTo>
                  <a:pt x="1884593" y="88900"/>
                </a:lnTo>
                <a:lnTo>
                  <a:pt x="1921648" y="127000"/>
                </a:lnTo>
                <a:lnTo>
                  <a:pt x="1958787" y="152400"/>
                </a:lnTo>
                <a:lnTo>
                  <a:pt x="1996010" y="190500"/>
                </a:lnTo>
                <a:lnTo>
                  <a:pt x="2033316" y="215900"/>
                </a:lnTo>
                <a:lnTo>
                  <a:pt x="2070707" y="254000"/>
                </a:lnTo>
                <a:lnTo>
                  <a:pt x="2108182" y="279400"/>
                </a:lnTo>
                <a:lnTo>
                  <a:pt x="2145741" y="317500"/>
                </a:lnTo>
                <a:lnTo>
                  <a:pt x="2183384" y="342900"/>
                </a:lnTo>
                <a:lnTo>
                  <a:pt x="2221111" y="381000"/>
                </a:lnTo>
                <a:lnTo>
                  <a:pt x="2258922" y="406400"/>
                </a:lnTo>
                <a:lnTo>
                  <a:pt x="2296818" y="444500"/>
                </a:lnTo>
                <a:lnTo>
                  <a:pt x="2372862" y="495300"/>
                </a:lnTo>
                <a:lnTo>
                  <a:pt x="2411011" y="533400"/>
                </a:lnTo>
                <a:lnTo>
                  <a:pt x="2449245" y="558800"/>
                </a:lnTo>
                <a:lnTo>
                  <a:pt x="2487563" y="596900"/>
                </a:lnTo>
                <a:lnTo>
                  <a:pt x="2564454" y="647700"/>
                </a:lnTo>
                <a:lnTo>
                  <a:pt x="2603026" y="685800"/>
                </a:lnTo>
                <a:lnTo>
                  <a:pt x="2680425" y="736600"/>
                </a:lnTo>
                <a:lnTo>
                  <a:pt x="2719252" y="774700"/>
                </a:lnTo>
                <a:lnTo>
                  <a:pt x="2797162" y="825500"/>
                </a:lnTo>
                <a:lnTo>
                  <a:pt x="2836244" y="863600"/>
                </a:lnTo>
                <a:lnTo>
                  <a:pt x="2914664" y="914400"/>
                </a:lnTo>
                <a:lnTo>
                  <a:pt x="2954002" y="952500"/>
                </a:lnTo>
                <a:lnTo>
                  <a:pt x="3072529" y="1028700"/>
                </a:lnTo>
                <a:lnTo>
                  <a:pt x="3112209" y="1066800"/>
                </a:lnTo>
                <a:lnTo>
                  <a:pt x="3231762" y="1143000"/>
                </a:lnTo>
                <a:lnTo>
                  <a:pt x="3271785" y="1181100"/>
                </a:lnTo>
                <a:lnTo>
                  <a:pt x="3432734" y="1282700"/>
                </a:lnTo>
                <a:lnTo>
                  <a:pt x="3473186" y="1320800"/>
                </a:lnTo>
                <a:lnTo>
                  <a:pt x="3717711" y="1473200"/>
                </a:lnTo>
                <a:lnTo>
                  <a:pt x="3758767" y="1511300"/>
                </a:lnTo>
                <a:lnTo>
                  <a:pt x="4174100" y="1765300"/>
                </a:lnTo>
                <a:lnTo>
                  <a:pt x="4856777" y="2171700"/>
                </a:lnTo>
                <a:lnTo>
                  <a:pt x="4900190" y="2184400"/>
                </a:lnTo>
                <a:lnTo>
                  <a:pt x="5206552" y="2362200"/>
                </a:lnTo>
                <a:lnTo>
                  <a:pt x="5250672" y="2374900"/>
                </a:lnTo>
                <a:lnTo>
                  <a:pt x="5472600" y="2501900"/>
                </a:lnTo>
                <a:lnTo>
                  <a:pt x="5517252" y="2514600"/>
                </a:lnTo>
                <a:lnTo>
                  <a:pt x="5651742" y="2590800"/>
                </a:lnTo>
                <a:lnTo>
                  <a:pt x="5696750" y="2603500"/>
                </a:lnTo>
                <a:lnTo>
                  <a:pt x="5877674" y="2705100"/>
                </a:lnTo>
                <a:lnTo>
                  <a:pt x="5923128" y="2717800"/>
                </a:lnTo>
                <a:lnTo>
                  <a:pt x="6014305" y="2768600"/>
                </a:lnTo>
                <a:lnTo>
                  <a:pt x="6060028" y="2781300"/>
                </a:lnTo>
                <a:lnTo>
                  <a:pt x="6197734" y="2857500"/>
                </a:lnTo>
                <a:lnTo>
                  <a:pt x="6243816" y="2870200"/>
                </a:lnTo>
                <a:lnTo>
                  <a:pt x="6336249" y="2921000"/>
                </a:lnTo>
                <a:lnTo>
                  <a:pt x="6382600" y="2933700"/>
                </a:lnTo>
                <a:lnTo>
                  <a:pt x="6475573" y="2984500"/>
                </a:lnTo>
                <a:lnTo>
                  <a:pt x="6522194" y="2997200"/>
                </a:lnTo>
                <a:lnTo>
                  <a:pt x="6615708" y="3048000"/>
                </a:lnTo>
                <a:lnTo>
                  <a:pt x="6662601" y="3060700"/>
                </a:lnTo>
                <a:lnTo>
                  <a:pt x="6756657" y="3111500"/>
                </a:lnTo>
                <a:lnTo>
                  <a:pt x="6803820" y="3124200"/>
                </a:lnTo>
                <a:lnTo>
                  <a:pt x="6898420" y="3175000"/>
                </a:lnTo>
                <a:lnTo>
                  <a:pt x="6945855" y="3187700"/>
                </a:lnTo>
                <a:lnTo>
                  <a:pt x="6993381" y="3213100"/>
                </a:lnTo>
                <a:lnTo>
                  <a:pt x="7040998" y="3225800"/>
                </a:lnTo>
                <a:lnTo>
                  <a:pt x="7136505" y="3276600"/>
                </a:lnTo>
                <a:lnTo>
                  <a:pt x="7184395" y="3289300"/>
                </a:lnTo>
                <a:lnTo>
                  <a:pt x="7232375" y="3314700"/>
                </a:lnTo>
                <a:lnTo>
                  <a:pt x="7280447" y="3327400"/>
                </a:lnTo>
                <a:lnTo>
                  <a:pt x="7376864" y="3378200"/>
                </a:lnTo>
                <a:lnTo>
                  <a:pt x="7425210" y="3390900"/>
                </a:lnTo>
                <a:lnTo>
                  <a:pt x="7473646" y="3416300"/>
                </a:lnTo>
                <a:lnTo>
                  <a:pt x="7520437" y="3429000"/>
                </a:lnTo>
                <a:lnTo>
                  <a:pt x="7567256" y="3454400"/>
                </a:lnTo>
                <a:lnTo>
                  <a:pt x="7614104" y="3467100"/>
                </a:lnTo>
                <a:lnTo>
                  <a:pt x="7660979" y="3492500"/>
                </a:lnTo>
                <a:lnTo>
                  <a:pt x="7707882" y="3505200"/>
                </a:lnTo>
                <a:lnTo>
                  <a:pt x="7754813" y="3530600"/>
                </a:lnTo>
                <a:lnTo>
                  <a:pt x="7801772" y="3543300"/>
                </a:lnTo>
                <a:lnTo>
                  <a:pt x="7848758" y="3568700"/>
                </a:lnTo>
                <a:lnTo>
                  <a:pt x="7895772" y="3581400"/>
                </a:lnTo>
                <a:lnTo>
                  <a:pt x="7942813" y="3606800"/>
                </a:lnTo>
                <a:lnTo>
                  <a:pt x="7989882" y="3619500"/>
                </a:lnTo>
                <a:lnTo>
                  <a:pt x="8036978" y="3644900"/>
                </a:lnTo>
                <a:lnTo>
                  <a:pt x="8131252" y="3670300"/>
                </a:lnTo>
                <a:lnTo>
                  <a:pt x="8178429" y="3695700"/>
                </a:lnTo>
                <a:lnTo>
                  <a:pt x="8225634" y="3708400"/>
                </a:lnTo>
                <a:lnTo>
                  <a:pt x="8272866" y="3733800"/>
                </a:lnTo>
                <a:lnTo>
                  <a:pt x="8320124" y="3746500"/>
                </a:lnTo>
                <a:lnTo>
                  <a:pt x="8367409" y="3771900"/>
                </a:lnTo>
                <a:lnTo>
                  <a:pt x="8462059" y="3797300"/>
                </a:lnTo>
                <a:lnTo>
                  <a:pt x="8509424" y="3822700"/>
                </a:lnTo>
                <a:lnTo>
                  <a:pt x="8556815" y="3835400"/>
                </a:lnTo>
                <a:lnTo>
                  <a:pt x="8604232" y="3860800"/>
                </a:lnTo>
                <a:lnTo>
                  <a:pt x="8699146" y="3886200"/>
                </a:lnTo>
                <a:lnTo>
                  <a:pt x="8746642" y="3911600"/>
                </a:lnTo>
                <a:lnTo>
                  <a:pt x="8841712" y="3937000"/>
                </a:lnTo>
                <a:lnTo>
                  <a:pt x="8889285" y="3962400"/>
                </a:lnTo>
                <a:lnTo>
                  <a:pt x="8936885" y="3975100"/>
                </a:lnTo>
                <a:lnTo>
                  <a:pt x="8984510" y="4000500"/>
                </a:lnTo>
                <a:lnTo>
                  <a:pt x="9079837" y="4025900"/>
                </a:lnTo>
                <a:lnTo>
                  <a:pt x="9127538" y="4051300"/>
                </a:lnTo>
                <a:lnTo>
                  <a:pt x="9270795" y="4089400"/>
                </a:lnTo>
                <a:lnTo>
                  <a:pt x="9318597" y="4114800"/>
                </a:lnTo>
                <a:lnTo>
                  <a:pt x="9414277" y="4140200"/>
                </a:lnTo>
                <a:lnTo>
                  <a:pt x="9462154" y="4165600"/>
                </a:lnTo>
                <a:lnTo>
                  <a:pt x="9557982" y="4191000"/>
                </a:lnTo>
                <a:lnTo>
                  <a:pt x="9605934" y="4216400"/>
                </a:lnTo>
                <a:lnTo>
                  <a:pt x="9749933" y="4254500"/>
                </a:lnTo>
                <a:lnTo>
                  <a:pt x="9797982" y="4279900"/>
                </a:lnTo>
                <a:lnTo>
                  <a:pt x="9990417" y="4330700"/>
                </a:lnTo>
                <a:lnTo>
                  <a:pt x="10038586" y="4356100"/>
                </a:lnTo>
                <a:lnTo>
                  <a:pt x="10183234" y="4394200"/>
                </a:lnTo>
                <a:lnTo>
                  <a:pt x="10231497" y="4419600"/>
                </a:lnTo>
                <a:lnTo>
                  <a:pt x="10473162" y="4483100"/>
                </a:lnTo>
                <a:lnTo>
                  <a:pt x="10531522" y="4508500"/>
                </a:lnTo>
                <a:lnTo>
                  <a:pt x="10521564" y="4508500"/>
                </a:lnTo>
                <a:lnTo>
                  <a:pt x="10522423" y="4724400"/>
                </a:lnTo>
                <a:lnTo>
                  <a:pt x="10126706" y="4826000"/>
                </a:lnTo>
                <a:lnTo>
                  <a:pt x="10077322" y="4826000"/>
                </a:lnTo>
                <a:lnTo>
                  <a:pt x="9879982" y="4876800"/>
                </a:lnTo>
                <a:lnTo>
                  <a:pt x="9830698" y="4902200"/>
                </a:lnTo>
                <a:lnTo>
                  <a:pt x="9143082" y="5080000"/>
                </a:lnTo>
                <a:lnTo>
                  <a:pt x="9094150" y="5105400"/>
                </a:lnTo>
                <a:lnTo>
                  <a:pt x="8801124" y="5181600"/>
                </a:lnTo>
                <a:lnTo>
                  <a:pt x="8752384" y="5207000"/>
                </a:lnTo>
                <a:lnTo>
                  <a:pt x="8557717" y="5257800"/>
                </a:lnTo>
                <a:lnTo>
                  <a:pt x="8509125" y="5283200"/>
                </a:lnTo>
                <a:lnTo>
                  <a:pt x="8315067" y="5334000"/>
                </a:lnTo>
                <a:lnTo>
                  <a:pt x="8266632" y="5359400"/>
                </a:lnTo>
                <a:lnTo>
                  <a:pt x="8121524" y="5397500"/>
                </a:lnTo>
                <a:lnTo>
                  <a:pt x="8073221" y="5422900"/>
                </a:lnTo>
                <a:lnTo>
                  <a:pt x="7976717" y="5448300"/>
                </a:lnTo>
                <a:lnTo>
                  <a:pt x="7928517" y="5473700"/>
                </a:lnTo>
                <a:lnTo>
                  <a:pt x="7784129" y="5511800"/>
                </a:lnTo>
                <a:lnTo>
                  <a:pt x="7736071" y="5537200"/>
                </a:lnTo>
                <a:lnTo>
                  <a:pt x="7640065" y="5562600"/>
                </a:lnTo>
                <a:lnTo>
                  <a:pt x="7592117" y="5588000"/>
                </a:lnTo>
                <a:lnTo>
                  <a:pt x="7544207" y="5600700"/>
                </a:lnTo>
                <a:lnTo>
                  <a:pt x="7496335" y="5626100"/>
                </a:lnTo>
                <a:lnTo>
                  <a:pt x="7400706" y="5651500"/>
                </a:lnTo>
                <a:lnTo>
                  <a:pt x="7352950" y="5676900"/>
                </a:lnTo>
                <a:lnTo>
                  <a:pt x="7305233" y="5689600"/>
                </a:lnTo>
                <a:lnTo>
                  <a:pt x="7257556" y="5715000"/>
                </a:lnTo>
                <a:lnTo>
                  <a:pt x="7162322" y="5740400"/>
                </a:lnTo>
                <a:lnTo>
                  <a:pt x="7114766" y="5765800"/>
                </a:lnTo>
                <a:lnTo>
                  <a:pt x="7067251" y="5778500"/>
                </a:lnTo>
                <a:lnTo>
                  <a:pt x="7019778" y="5803900"/>
                </a:lnTo>
                <a:lnTo>
                  <a:pt x="6972346" y="5816600"/>
                </a:lnTo>
                <a:lnTo>
                  <a:pt x="6924957" y="5842000"/>
                </a:lnTo>
                <a:lnTo>
                  <a:pt x="6877610" y="5854700"/>
                </a:lnTo>
                <a:lnTo>
                  <a:pt x="6830306" y="5880100"/>
                </a:lnTo>
                <a:lnTo>
                  <a:pt x="6783046" y="5892800"/>
                </a:lnTo>
                <a:lnTo>
                  <a:pt x="6735829" y="5918200"/>
                </a:lnTo>
                <a:lnTo>
                  <a:pt x="6688656" y="5930900"/>
                </a:lnTo>
                <a:lnTo>
                  <a:pt x="6641527" y="5956300"/>
                </a:lnTo>
                <a:lnTo>
                  <a:pt x="6594443" y="5969000"/>
                </a:lnTo>
                <a:lnTo>
                  <a:pt x="6547404" y="5994400"/>
                </a:lnTo>
                <a:lnTo>
                  <a:pt x="6500411" y="6007100"/>
                </a:lnTo>
                <a:lnTo>
                  <a:pt x="6453464" y="6032500"/>
                </a:lnTo>
                <a:lnTo>
                  <a:pt x="6406562" y="6045200"/>
                </a:lnTo>
                <a:lnTo>
                  <a:pt x="6359707" y="6070600"/>
                </a:lnTo>
                <a:lnTo>
                  <a:pt x="6312899" y="6083300"/>
                </a:lnTo>
                <a:lnTo>
                  <a:pt x="6219425" y="6134100"/>
                </a:lnTo>
                <a:lnTo>
                  <a:pt x="6172760" y="6146800"/>
                </a:lnTo>
                <a:lnTo>
                  <a:pt x="6079575" y="6197600"/>
                </a:lnTo>
                <a:lnTo>
                  <a:pt x="6033056" y="6210300"/>
                </a:lnTo>
                <a:lnTo>
                  <a:pt x="5986586" y="6235700"/>
                </a:lnTo>
                <a:lnTo>
                  <a:pt x="5940166" y="6248400"/>
                </a:lnTo>
                <a:lnTo>
                  <a:pt x="5847477" y="6299200"/>
                </a:lnTo>
                <a:lnTo>
                  <a:pt x="5801208" y="6311900"/>
                </a:lnTo>
                <a:lnTo>
                  <a:pt x="5662711" y="6388100"/>
                </a:lnTo>
                <a:lnTo>
                  <a:pt x="5616650" y="6400800"/>
                </a:lnTo>
                <a:lnTo>
                  <a:pt x="5524685" y="6451600"/>
                </a:lnTo>
                <a:lnTo>
                  <a:pt x="5478782" y="6464300"/>
                </a:lnTo>
                <a:lnTo>
                  <a:pt x="5432934" y="6489700"/>
                </a:lnTo>
                <a:lnTo>
                  <a:pt x="5395200" y="6515100"/>
                </a:lnTo>
                <a:lnTo>
                  <a:pt x="5352863" y="6527800"/>
                </a:lnTo>
                <a:lnTo>
                  <a:pt x="5306768" y="6553200"/>
                </a:lnTo>
                <a:lnTo>
                  <a:pt x="5257761" y="6578600"/>
                </a:lnTo>
                <a:lnTo>
                  <a:pt x="5206685" y="6604000"/>
                </a:lnTo>
                <a:lnTo>
                  <a:pt x="5049503" y="6680200"/>
                </a:lnTo>
                <a:lnTo>
                  <a:pt x="4998607" y="6705600"/>
                </a:lnTo>
                <a:lnTo>
                  <a:pt x="4949868" y="6731000"/>
                </a:lnTo>
                <a:lnTo>
                  <a:pt x="4904132" y="6756400"/>
                </a:lnTo>
                <a:lnTo>
                  <a:pt x="4862243" y="6781800"/>
                </a:lnTo>
                <a:lnTo>
                  <a:pt x="4825046" y="6807200"/>
                </a:lnTo>
                <a:lnTo>
                  <a:pt x="4555236" y="6946900"/>
                </a:lnTo>
                <a:lnTo>
                  <a:pt x="4465281" y="6997700"/>
                </a:lnTo>
                <a:lnTo>
                  <a:pt x="4375344" y="7035800"/>
                </a:lnTo>
                <a:lnTo>
                  <a:pt x="4060964" y="7213600"/>
                </a:lnTo>
                <a:lnTo>
                  <a:pt x="4016131" y="7226300"/>
                </a:lnTo>
                <a:lnTo>
                  <a:pt x="2692815" y="7988300"/>
                </a:lnTo>
                <a:lnTo>
                  <a:pt x="2649778" y="8026400"/>
                </a:lnTo>
                <a:lnTo>
                  <a:pt x="2436017" y="8153400"/>
                </a:lnTo>
                <a:lnTo>
                  <a:pt x="2393564" y="8191500"/>
                </a:lnTo>
                <a:lnTo>
                  <a:pt x="2266842" y="8267700"/>
                </a:lnTo>
                <a:lnTo>
                  <a:pt x="2224821" y="8305800"/>
                </a:lnTo>
                <a:lnTo>
                  <a:pt x="2099445" y="8382000"/>
                </a:lnTo>
                <a:lnTo>
                  <a:pt x="2057889" y="8420100"/>
                </a:lnTo>
                <a:lnTo>
                  <a:pt x="1975145" y="8470900"/>
                </a:lnTo>
                <a:lnTo>
                  <a:pt x="1933961" y="8509000"/>
                </a:lnTo>
                <a:lnTo>
                  <a:pt x="1892905" y="8534400"/>
                </a:lnTo>
                <a:lnTo>
                  <a:pt x="1852507" y="8572500"/>
                </a:lnTo>
                <a:lnTo>
                  <a:pt x="1772278" y="8623300"/>
                </a:lnTo>
                <a:lnTo>
                  <a:pt x="1732432" y="8661400"/>
                </a:lnTo>
                <a:lnTo>
                  <a:pt x="1692757" y="8686800"/>
                </a:lnTo>
                <a:lnTo>
                  <a:pt x="1653246" y="8724900"/>
                </a:lnTo>
                <a:lnTo>
                  <a:pt x="1613892" y="8750300"/>
                </a:lnTo>
                <a:lnTo>
                  <a:pt x="1574687" y="8788400"/>
                </a:lnTo>
                <a:lnTo>
                  <a:pt x="1535626" y="8813800"/>
                </a:lnTo>
                <a:lnTo>
                  <a:pt x="1496701" y="8851900"/>
                </a:lnTo>
                <a:lnTo>
                  <a:pt x="1457905" y="8877300"/>
                </a:lnTo>
                <a:lnTo>
                  <a:pt x="1380676" y="8953500"/>
                </a:lnTo>
                <a:lnTo>
                  <a:pt x="1342228" y="8978900"/>
                </a:lnTo>
                <a:lnTo>
                  <a:pt x="1303882" y="9017000"/>
                </a:lnTo>
                <a:lnTo>
                  <a:pt x="1265632" y="9042400"/>
                </a:lnTo>
                <a:lnTo>
                  <a:pt x="1189390" y="9118600"/>
                </a:lnTo>
                <a:lnTo>
                  <a:pt x="1151385" y="9144000"/>
                </a:lnTo>
                <a:lnTo>
                  <a:pt x="1113447" y="9182100"/>
                </a:lnTo>
                <a:lnTo>
                  <a:pt x="1075571" y="9207500"/>
                </a:lnTo>
                <a:lnTo>
                  <a:pt x="999976" y="9283700"/>
                </a:lnTo>
                <a:lnTo>
                  <a:pt x="962243" y="9309100"/>
                </a:lnTo>
                <a:lnTo>
                  <a:pt x="924544" y="9347200"/>
                </a:lnTo>
                <a:lnTo>
                  <a:pt x="849220" y="9410700"/>
                </a:lnTo>
                <a:lnTo>
                  <a:pt x="811849" y="9448800"/>
                </a:lnTo>
                <a:lnTo>
                  <a:pt x="774764" y="9474200"/>
                </a:lnTo>
                <a:lnTo>
                  <a:pt x="701461" y="9550400"/>
                </a:lnTo>
                <a:lnTo>
                  <a:pt x="665249" y="9575800"/>
                </a:lnTo>
                <a:lnTo>
                  <a:pt x="593724" y="9652000"/>
                </a:lnTo>
                <a:lnTo>
                  <a:pt x="558417" y="9677400"/>
                </a:lnTo>
                <a:lnTo>
                  <a:pt x="488729" y="9753600"/>
                </a:lnTo>
                <a:lnTo>
                  <a:pt x="454355" y="9791700"/>
                </a:lnTo>
                <a:lnTo>
                  <a:pt x="420298" y="9829800"/>
                </a:lnTo>
                <a:lnTo>
                  <a:pt x="386562" y="9867900"/>
                </a:lnTo>
                <a:lnTo>
                  <a:pt x="353151" y="9893300"/>
                </a:lnTo>
                <a:lnTo>
                  <a:pt x="320067" y="9931400"/>
                </a:lnTo>
                <a:lnTo>
                  <a:pt x="287314" y="9969500"/>
                </a:lnTo>
                <a:lnTo>
                  <a:pt x="254895" y="10007600"/>
                </a:lnTo>
                <a:lnTo>
                  <a:pt x="222813" y="10045700"/>
                </a:lnTo>
                <a:lnTo>
                  <a:pt x="191072" y="10083800"/>
                </a:lnTo>
                <a:lnTo>
                  <a:pt x="158872" y="10121900"/>
                </a:lnTo>
                <a:lnTo>
                  <a:pt x="126993" y="10160000"/>
                </a:lnTo>
                <a:lnTo>
                  <a:pt x="95432" y="10198100"/>
                </a:lnTo>
                <a:lnTo>
                  <a:pt x="64184" y="10248900"/>
                </a:lnTo>
                <a:lnTo>
                  <a:pt x="33247" y="10287000"/>
                </a:lnTo>
                <a:lnTo>
                  <a:pt x="2617" y="10325100"/>
                </a:lnTo>
                <a:lnTo>
                  <a:pt x="0" y="10325100"/>
                </a:lnTo>
                <a:lnTo>
                  <a:pt x="0" y="10350500"/>
                </a:lnTo>
                <a:lnTo>
                  <a:pt x="8396" y="10350500"/>
                </a:lnTo>
                <a:lnTo>
                  <a:pt x="38733" y="10299700"/>
                </a:lnTo>
                <a:lnTo>
                  <a:pt x="69368" y="10261600"/>
                </a:lnTo>
                <a:lnTo>
                  <a:pt x="100302" y="10223500"/>
                </a:lnTo>
                <a:lnTo>
                  <a:pt x="131537" y="10185400"/>
                </a:lnTo>
                <a:lnTo>
                  <a:pt x="163076" y="10147300"/>
                </a:lnTo>
                <a:lnTo>
                  <a:pt x="194920" y="10109200"/>
                </a:lnTo>
                <a:lnTo>
                  <a:pt x="227072" y="10071100"/>
                </a:lnTo>
                <a:lnTo>
                  <a:pt x="259533" y="10033000"/>
                </a:lnTo>
                <a:lnTo>
                  <a:pt x="292305" y="9994900"/>
                </a:lnTo>
                <a:lnTo>
                  <a:pt x="325391" y="9956800"/>
                </a:lnTo>
                <a:lnTo>
                  <a:pt x="358793" y="9918700"/>
                </a:lnTo>
                <a:lnTo>
                  <a:pt x="392512" y="9880600"/>
                </a:lnTo>
                <a:lnTo>
                  <a:pt x="426550" y="9842500"/>
                </a:lnTo>
                <a:lnTo>
                  <a:pt x="460911" y="9804400"/>
                </a:lnTo>
                <a:lnTo>
                  <a:pt x="495594" y="9766300"/>
                </a:lnTo>
                <a:lnTo>
                  <a:pt x="530604" y="9740900"/>
                </a:lnTo>
                <a:lnTo>
                  <a:pt x="601607" y="9664700"/>
                </a:lnTo>
                <a:lnTo>
                  <a:pt x="637606" y="9626600"/>
                </a:lnTo>
                <a:lnTo>
                  <a:pt x="673938" y="9601200"/>
                </a:lnTo>
                <a:lnTo>
                  <a:pt x="747611" y="9525000"/>
                </a:lnTo>
                <a:lnTo>
                  <a:pt x="784957" y="9499600"/>
                </a:lnTo>
                <a:lnTo>
                  <a:pt x="860675" y="9423400"/>
                </a:lnTo>
                <a:lnTo>
                  <a:pt x="936347" y="9359900"/>
                </a:lnTo>
                <a:lnTo>
                  <a:pt x="974218" y="9321800"/>
                </a:lnTo>
                <a:lnTo>
                  <a:pt x="1012122" y="9296400"/>
                </a:lnTo>
                <a:lnTo>
                  <a:pt x="1050064" y="9258300"/>
                </a:lnTo>
                <a:lnTo>
                  <a:pt x="1088053" y="9232900"/>
                </a:lnTo>
                <a:lnTo>
                  <a:pt x="1164195" y="9156700"/>
                </a:lnTo>
                <a:lnTo>
                  <a:pt x="1202362" y="9131300"/>
                </a:lnTo>
                <a:lnTo>
                  <a:pt x="1240602" y="9093200"/>
                </a:lnTo>
                <a:lnTo>
                  <a:pt x="1278921" y="9067800"/>
                </a:lnTo>
                <a:lnTo>
                  <a:pt x="1355828" y="8991600"/>
                </a:lnTo>
                <a:lnTo>
                  <a:pt x="1394428" y="8966200"/>
                </a:lnTo>
                <a:lnTo>
                  <a:pt x="1433135" y="8928100"/>
                </a:lnTo>
                <a:lnTo>
                  <a:pt x="1471955" y="8902700"/>
                </a:lnTo>
                <a:lnTo>
                  <a:pt x="1510897" y="8864600"/>
                </a:lnTo>
                <a:lnTo>
                  <a:pt x="1549965" y="8839200"/>
                </a:lnTo>
                <a:lnTo>
                  <a:pt x="1589168" y="8801100"/>
                </a:lnTo>
                <a:lnTo>
                  <a:pt x="1628512" y="8775700"/>
                </a:lnTo>
                <a:lnTo>
                  <a:pt x="1668003" y="8737600"/>
                </a:lnTo>
                <a:lnTo>
                  <a:pt x="1707649" y="8712200"/>
                </a:lnTo>
                <a:lnTo>
                  <a:pt x="1747456" y="8674100"/>
                </a:lnTo>
                <a:lnTo>
                  <a:pt x="1827582" y="8623300"/>
                </a:lnTo>
                <a:lnTo>
                  <a:pt x="1867913" y="8585200"/>
                </a:lnTo>
                <a:lnTo>
                  <a:pt x="1949227" y="8534400"/>
                </a:lnTo>
                <a:lnTo>
                  <a:pt x="1990165" y="8496300"/>
                </a:lnTo>
                <a:lnTo>
                  <a:pt x="2072464" y="8445500"/>
                </a:lnTo>
                <a:lnTo>
                  <a:pt x="2113819" y="8407400"/>
                </a:lnTo>
                <a:lnTo>
                  <a:pt x="2238678" y="8331200"/>
                </a:lnTo>
                <a:lnTo>
                  <a:pt x="2280552" y="8293100"/>
                </a:lnTo>
                <a:lnTo>
                  <a:pt x="2491712" y="8166100"/>
                </a:lnTo>
                <a:lnTo>
                  <a:pt x="2534283" y="8128000"/>
                </a:lnTo>
                <a:lnTo>
                  <a:pt x="3448701" y="7594600"/>
                </a:lnTo>
                <a:lnTo>
                  <a:pt x="3492988" y="7581900"/>
                </a:lnTo>
                <a:lnTo>
                  <a:pt x="3804158" y="7404100"/>
                </a:lnTo>
                <a:lnTo>
                  <a:pt x="3848743" y="7391400"/>
                </a:lnTo>
                <a:lnTo>
                  <a:pt x="4116686" y="7239000"/>
                </a:lnTo>
                <a:lnTo>
                  <a:pt x="4161390" y="7226300"/>
                </a:lnTo>
                <a:lnTo>
                  <a:pt x="4340085" y="7124700"/>
                </a:lnTo>
                <a:lnTo>
                  <a:pt x="4384782" y="7112000"/>
                </a:lnTo>
                <a:lnTo>
                  <a:pt x="4563970" y="7010400"/>
                </a:lnTo>
                <a:lnTo>
                  <a:pt x="4608869" y="6997700"/>
                </a:lnTo>
                <a:lnTo>
                  <a:pt x="4788872" y="6896100"/>
                </a:lnTo>
                <a:lnTo>
                  <a:pt x="4833976" y="6883400"/>
                </a:lnTo>
                <a:lnTo>
                  <a:pt x="4969536" y="6807200"/>
                </a:lnTo>
                <a:lnTo>
                  <a:pt x="5014807" y="6794500"/>
                </a:lnTo>
                <a:lnTo>
                  <a:pt x="5150871" y="6718300"/>
                </a:lnTo>
                <a:lnTo>
                  <a:pt x="5196311" y="6705600"/>
                </a:lnTo>
                <a:lnTo>
                  <a:pt x="5332885" y="6629400"/>
                </a:lnTo>
                <a:lnTo>
                  <a:pt x="5378496" y="6616700"/>
                </a:lnTo>
                <a:lnTo>
                  <a:pt x="5469846" y="6565900"/>
                </a:lnTo>
                <a:lnTo>
                  <a:pt x="5515586" y="6553200"/>
                </a:lnTo>
                <a:lnTo>
                  <a:pt x="5607197" y="6502400"/>
                </a:lnTo>
                <a:lnTo>
                  <a:pt x="5653068" y="6489700"/>
                </a:lnTo>
                <a:lnTo>
                  <a:pt x="5744943" y="6438900"/>
                </a:lnTo>
                <a:lnTo>
                  <a:pt x="5790946" y="6426200"/>
                </a:lnTo>
                <a:lnTo>
                  <a:pt x="5836993" y="6400800"/>
                </a:lnTo>
                <a:lnTo>
                  <a:pt x="5883085" y="6388100"/>
                </a:lnTo>
                <a:lnTo>
                  <a:pt x="5975403" y="6337300"/>
                </a:lnTo>
                <a:lnTo>
                  <a:pt x="6021630" y="6324600"/>
                </a:lnTo>
                <a:lnTo>
                  <a:pt x="6067901" y="6299200"/>
                </a:lnTo>
                <a:lnTo>
                  <a:pt x="6114217" y="6286500"/>
                </a:lnTo>
                <a:lnTo>
                  <a:pt x="6160579" y="6261100"/>
                </a:lnTo>
                <a:lnTo>
                  <a:pt x="6206986" y="6248400"/>
                </a:lnTo>
                <a:lnTo>
                  <a:pt x="6299936" y="6197600"/>
                </a:lnTo>
                <a:lnTo>
                  <a:pt x="6346480" y="6184900"/>
                </a:lnTo>
                <a:lnTo>
                  <a:pt x="6393070" y="6159500"/>
                </a:lnTo>
                <a:lnTo>
                  <a:pt x="6486388" y="6134100"/>
                </a:lnTo>
                <a:lnTo>
                  <a:pt x="6533116" y="6108700"/>
                </a:lnTo>
                <a:lnTo>
                  <a:pt x="6579891" y="6096000"/>
                </a:lnTo>
                <a:lnTo>
                  <a:pt x="6626713" y="6070600"/>
                </a:lnTo>
                <a:lnTo>
                  <a:pt x="6673581" y="6057900"/>
                </a:lnTo>
                <a:lnTo>
                  <a:pt x="6767712" y="6019800"/>
                </a:lnTo>
                <a:lnTo>
                  <a:pt x="6814965" y="5994400"/>
                </a:lnTo>
                <a:lnTo>
                  <a:pt x="6909578" y="5969000"/>
                </a:lnTo>
                <a:lnTo>
                  <a:pt x="6956938" y="5943600"/>
                </a:lnTo>
                <a:lnTo>
                  <a:pt x="7051765" y="5918200"/>
                </a:lnTo>
                <a:lnTo>
                  <a:pt x="7099231" y="5892800"/>
                </a:lnTo>
                <a:lnTo>
                  <a:pt x="7146731" y="5880100"/>
                </a:lnTo>
                <a:lnTo>
                  <a:pt x="7194266" y="5854700"/>
                </a:lnTo>
                <a:lnTo>
                  <a:pt x="7289437" y="5829300"/>
                </a:lnTo>
                <a:lnTo>
                  <a:pt x="7337072" y="5803900"/>
                </a:lnTo>
                <a:lnTo>
                  <a:pt x="7480178" y="5765800"/>
                </a:lnTo>
                <a:lnTo>
                  <a:pt x="7527945" y="5740400"/>
                </a:lnTo>
                <a:lnTo>
                  <a:pt x="7623575" y="5715000"/>
                </a:lnTo>
                <a:lnTo>
                  <a:pt x="7671437" y="5689600"/>
                </a:lnTo>
                <a:lnTo>
                  <a:pt x="7815211" y="5651500"/>
                </a:lnTo>
                <a:lnTo>
                  <a:pt x="7863197" y="5626100"/>
                </a:lnTo>
                <a:lnTo>
                  <a:pt x="8007334" y="5588000"/>
                </a:lnTo>
                <a:lnTo>
                  <a:pt x="8055438" y="5562600"/>
                </a:lnTo>
                <a:lnTo>
                  <a:pt x="8248145" y="5511800"/>
                </a:lnTo>
                <a:lnTo>
                  <a:pt x="8296392" y="5486400"/>
                </a:lnTo>
                <a:lnTo>
                  <a:pt x="8538036" y="5422900"/>
                </a:lnTo>
                <a:lnTo>
                  <a:pt x="8586445" y="5397500"/>
                </a:lnTo>
                <a:lnTo>
                  <a:pt x="8974627" y="5295900"/>
                </a:lnTo>
                <a:lnTo>
                  <a:pt x="9023259" y="5270500"/>
                </a:lnTo>
                <a:lnTo>
                  <a:pt x="10295135" y="4940300"/>
                </a:lnTo>
                <a:lnTo>
                  <a:pt x="10344304" y="4940300"/>
                </a:lnTo>
                <a:lnTo>
                  <a:pt x="10688920" y="4851400"/>
                </a:lnTo>
                <a:lnTo>
                  <a:pt x="10689012" y="4800600"/>
                </a:lnTo>
                <a:lnTo>
                  <a:pt x="10689106" y="4775200"/>
                </a:lnTo>
                <a:lnTo>
                  <a:pt x="10690147" y="4584700"/>
                </a:lnTo>
                <a:lnTo>
                  <a:pt x="10690435" y="4521200"/>
                </a:lnTo>
                <a:lnTo>
                  <a:pt x="10690548" y="4483100"/>
                </a:lnTo>
                <a:lnTo>
                  <a:pt x="10690629" y="4419600"/>
                </a:lnTo>
                <a:lnTo>
                  <a:pt x="10690773" y="4381500"/>
                </a:lnTo>
                <a:lnTo>
                  <a:pt x="10630587" y="4356100"/>
                </a:lnTo>
                <a:lnTo>
                  <a:pt x="10485002" y="4318000"/>
                </a:lnTo>
                <a:lnTo>
                  <a:pt x="10436505" y="4292600"/>
                </a:lnTo>
                <a:lnTo>
                  <a:pt x="10242682" y="4241800"/>
                </a:lnTo>
                <a:lnTo>
                  <a:pt x="10194269" y="4216400"/>
                </a:lnTo>
                <a:lnTo>
                  <a:pt x="10049135" y="4178300"/>
                </a:lnTo>
                <a:lnTo>
                  <a:pt x="10000794" y="4152900"/>
                </a:lnTo>
                <a:lnTo>
                  <a:pt x="9855881" y="4114800"/>
                </a:lnTo>
                <a:lnTo>
                  <a:pt x="9807616" y="4089400"/>
                </a:lnTo>
                <a:lnTo>
                  <a:pt x="9662938" y="4051300"/>
                </a:lnTo>
                <a:lnTo>
                  <a:pt x="9614752" y="4025900"/>
                </a:lnTo>
                <a:lnTo>
                  <a:pt x="9518444" y="4000500"/>
                </a:lnTo>
                <a:lnTo>
                  <a:pt x="9470321" y="3975100"/>
                </a:lnTo>
                <a:lnTo>
                  <a:pt x="9374141" y="3949700"/>
                </a:lnTo>
                <a:lnTo>
                  <a:pt x="9326084" y="3924300"/>
                </a:lnTo>
                <a:lnTo>
                  <a:pt x="9230037" y="3898900"/>
                </a:lnTo>
                <a:lnTo>
                  <a:pt x="9182048" y="3873500"/>
                </a:lnTo>
                <a:lnTo>
                  <a:pt x="9086140" y="3848100"/>
                </a:lnTo>
                <a:lnTo>
                  <a:pt x="9038221" y="3822700"/>
                </a:lnTo>
                <a:lnTo>
                  <a:pt x="8942455" y="3797300"/>
                </a:lnTo>
                <a:lnTo>
                  <a:pt x="8894609" y="3771900"/>
                </a:lnTo>
                <a:lnTo>
                  <a:pt x="8846787" y="3759200"/>
                </a:lnTo>
                <a:lnTo>
                  <a:pt x="8798991" y="3733800"/>
                </a:lnTo>
                <a:lnTo>
                  <a:pt x="8703474" y="3708400"/>
                </a:lnTo>
                <a:lnTo>
                  <a:pt x="8655754" y="3683000"/>
                </a:lnTo>
                <a:lnTo>
                  <a:pt x="8608060" y="3670300"/>
                </a:lnTo>
                <a:lnTo>
                  <a:pt x="8560393" y="3644900"/>
                </a:lnTo>
                <a:lnTo>
                  <a:pt x="8465139" y="3619500"/>
                </a:lnTo>
                <a:lnTo>
                  <a:pt x="8417552" y="3594100"/>
                </a:lnTo>
                <a:lnTo>
                  <a:pt x="8369993" y="3581400"/>
                </a:lnTo>
                <a:lnTo>
                  <a:pt x="8322462" y="3556000"/>
                </a:lnTo>
                <a:lnTo>
                  <a:pt x="8274958" y="3543300"/>
                </a:lnTo>
                <a:lnTo>
                  <a:pt x="8227483" y="3517900"/>
                </a:lnTo>
                <a:lnTo>
                  <a:pt x="8180036" y="3505200"/>
                </a:lnTo>
                <a:lnTo>
                  <a:pt x="8132618" y="3479800"/>
                </a:lnTo>
                <a:lnTo>
                  <a:pt x="8037870" y="3454400"/>
                </a:lnTo>
                <a:lnTo>
                  <a:pt x="7990540" y="3429000"/>
                </a:lnTo>
                <a:lnTo>
                  <a:pt x="7943240" y="3416300"/>
                </a:lnTo>
                <a:lnTo>
                  <a:pt x="7895970" y="3390900"/>
                </a:lnTo>
                <a:lnTo>
                  <a:pt x="7848731" y="3378200"/>
                </a:lnTo>
                <a:lnTo>
                  <a:pt x="7801522" y="3352800"/>
                </a:lnTo>
                <a:lnTo>
                  <a:pt x="7754344" y="3340100"/>
                </a:lnTo>
                <a:lnTo>
                  <a:pt x="7707197" y="3314700"/>
                </a:lnTo>
                <a:lnTo>
                  <a:pt x="7660082" y="3302000"/>
                </a:lnTo>
                <a:lnTo>
                  <a:pt x="7565947" y="3251200"/>
                </a:lnTo>
                <a:lnTo>
                  <a:pt x="7518928" y="3238500"/>
                </a:lnTo>
                <a:lnTo>
                  <a:pt x="7471941" y="3213100"/>
                </a:lnTo>
                <a:lnTo>
                  <a:pt x="7424987" y="3200400"/>
                </a:lnTo>
                <a:lnTo>
                  <a:pt x="7378067" y="3175000"/>
                </a:lnTo>
                <a:lnTo>
                  <a:pt x="7331179" y="3162300"/>
                </a:lnTo>
                <a:lnTo>
                  <a:pt x="7284326" y="3136900"/>
                </a:lnTo>
                <a:lnTo>
                  <a:pt x="7237506" y="3124200"/>
                </a:lnTo>
                <a:lnTo>
                  <a:pt x="7143969" y="3073400"/>
                </a:lnTo>
                <a:lnTo>
                  <a:pt x="7097252" y="3060700"/>
                </a:lnTo>
                <a:lnTo>
                  <a:pt x="7050570" y="3035300"/>
                </a:lnTo>
                <a:lnTo>
                  <a:pt x="7003924" y="3022600"/>
                </a:lnTo>
                <a:lnTo>
                  <a:pt x="6910738" y="2971800"/>
                </a:lnTo>
                <a:lnTo>
                  <a:pt x="6864199" y="2959100"/>
                </a:lnTo>
                <a:lnTo>
                  <a:pt x="6817696" y="2933700"/>
                </a:lnTo>
                <a:lnTo>
                  <a:pt x="6771230" y="2921000"/>
                </a:lnTo>
                <a:lnTo>
                  <a:pt x="6678408" y="2870200"/>
                </a:lnTo>
                <a:lnTo>
                  <a:pt x="6632053" y="2857500"/>
                </a:lnTo>
                <a:lnTo>
                  <a:pt x="6539457" y="2806700"/>
                </a:lnTo>
                <a:lnTo>
                  <a:pt x="6493216" y="2794000"/>
                </a:lnTo>
                <a:lnTo>
                  <a:pt x="6400849" y="2743200"/>
                </a:lnTo>
                <a:lnTo>
                  <a:pt x="6354724" y="2730500"/>
                </a:lnTo>
                <a:lnTo>
                  <a:pt x="6216586" y="2654300"/>
                </a:lnTo>
                <a:lnTo>
                  <a:pt x="6170620" y="2641600"/>
                </a:lnTo>
                <a:lnTo>
                  <a:pt x="6032964" y="2565400"/>
                </a:lnTo>
                <a:lnTo>
                  <a:pt x="5987160" y="2552700"/>
                </a:lnTo>
                <a:lnTo>
                  <a:pt x="5850000" y="2476500"/>
                </a:lnTo>
                <a:lnTo>
                  <a:pt x="5804364" y="2463800"/>
                </a:lnTo>
                <a:lnTo>
                  <a:pt x="5667711" y="2387600"/>
                </a:lnTo>
                <a:lnTo>
                  <a:pt x="5622247" y="2374900"/>
                </a:lnTo>
                <a:lnTo>
                  <a:pt x="5395583" y="2247900"/>
                </a:lnTo>
                <a:lnTo>
                  <a:pt x="5350383" y="2235200"/>
                </a:lnTo>
                <a:lnTo>
                  <a:pt x="5080146" y="2082800"/>
                </a:lnTo>
                <a:lnTo>
                  <a:pt x="5035269" y="2070100"/>
                </a:lnTo>
                <a:lnTo>
                  <a:pt x="4325817" y="1663700"/>
                </a:lnTo>
                <a:lnTo>
                  <a:pt x="3809443" y="1358900"/>
                </a:lnTo>
                <a:lnTo>
                  <a:pt x="3767035" y="1320800"/>
                </a:lnTo>
                <a:lnTo>
                  <a:pt x="3556456" y="1193800"/>
                </a:lnTo>
                <a:lnTo>
                  <a:pt x="3514632" y="1155700"/>
                </a:lnTo>
                <a:lnTo>
                  <a:pt x="3389750" y="1079500"/>
                </a:lnTo>
                <a:lnTo>
                  <a:pt x="3348319" y="1041400"/>
                </a:lnTo>
                <a:lnTo>
                  <a:pt x="3265754" y="990600"/>
                </a:lnTo>
                <a:lnTo>
                  <a:pt x="3224619" y="952500"/>
                </a:lnTo>
                <a:lnTo>
                  <a:pt x="3101812" y="876300"/>
                </a:lnTo>
                <a:lnTo>
                  <a:pt x="3061075" y="838200"/>
                </a:lnTo>
                <a:lnTo>
                  <a:pt x="3020438" y="812800"/>
                </a:lnTo>
                <a:lnTo>
                  <a:pt x="2979902" y="774700"/>
                </a:lnTo>
                <a:lnTo>
                  <a:pt x="2899129" y="723900"/>
                </a:lnTo>
                <a:lnTo>
                  <a:pt x="2858893" y="685800"/>
                </a:lnTo>
                <a:lnTo>
                  <a:pt x="2778725" y="635000"/>
                </a:lnTo>
                <a:lnTo>
                  <a:pt x="2738792" y="596900"/>
                </a:lnTo>
                <a:lnTo>
                  <a:pt x="2698961" y="571500"/>
                </a:lnTo>
                <a:lnTo>
                  <a:pt x="2659231" y="533400"/>
                </a:lnTo>
                <a:lnTo>
                  <a:pt x="2619602" y="508000"/>
                </a:lnTo>
                <a:lnTo>
                  <a:pt x="2580076" y="469900"/>
                </a:lnTo>
                <a:lnTo>
                  <a:pt x="2540651" y="444500"/>
                </a:lnTo>
                <a:lnTo>
                  <a:pt x="2501329" y="406400"/>
                </a:lnTo>
                <a:lnTo>
                  <a:pt x="2462109" y="381000"/>
                </a:lnTo>
                <a:lnTo>
                  <a:pt x="2422992" y="342900"/>
                </a:lnTo>
                <a:lnTo>
                  <a:pt x="2383977" y="317500"/>
                </a:lnTo>
                <a:lnTo>
                  <a:pt x="2345065" y="279400"/>
                </a:lnTo>
                <a:lnTo>
                  <a:pt x="2306256" y="254000"/>
                </a:lnTo>
                <a:lnTo>
                  <a:pt x="2267551" y="215900"/>
                </a:lnTo>
                <a:lnTo>
                  <a:pt x="2228949" y="190500"/>
                </a:lnTo>
                <a:lnTo>
                  <a:pt x="2190451" y="152400"/>
                </a:lnTo>
                <a:lnTo>
                  <a:pt x="2152056" y="127000"/>
                </a:lnTo>
                <a:lnTo>
                  <a:pt x="2075579" y="50800"/>
                </a:lnTo>
                <a:lnTo>
                  <a:pt x="2037497" y="25400"/>
                </a:lnTo>
                <a:lnTo>
                  <a:pt x="2013767" y="0"/>
                </a:lnTo>
                <a:close/>
              </a:path>
              <a:path w="10690860" h="10350500">
                <a:moveTo>
                  <a:pt x="0" y="215900"/>
                </a:moveTo>
                <a:lnTo>
                  <a:pt x="0" y="406400"/>
                </a:lnTo>
                <a:lnTo>
                  <a:pt x="121022" y="546100"/>
                </a:lnTo>
                <a:lnTo>
                  <a:pt x="254984" y="698500"/>
                </a:lnTo>
                <a:lnTo>
                  <a:pt x="390923" y="850900"/>
                </a:lnTo>
                <a:lnTo>
                  <a:pt x="563308" y="1041400"/>
                </a:lnTo>
                <a:lnTo>
                  <a:pt x="598081" y="1066800"/>
                </a:lnTo>
                <a:lnTo>
                  <a:pt x="667895" y="1143000"/>
                </a:lnTo>
                <a:lnTo>
                  <a:pt x="809993" y="1295400"/>
                </a:lnTo>
                <a:lnTo>
                  <a:pt x="845845" y="1320800"/>
                </a:lnTo>
                <a:lnTo>
                  <a:pt x="954178" y="1435100"/>
                </a:lnTo>
                <a:lnTo>
                  <a:pt x="990546" y="1460500"/>
                </a:lnTo>
                <a:lnTo>
                  <a:pt x="1100412" y="1574800"/>
                </a:lnTo>
                <a:lnTo>
                  <a:pt x="1137286" y="1600200"/>
                </a:lnTo>
                <a:lnTo>
                  <a:pt x="1211408" y="1676400"/>
                </a:lnTo>
                <a:lnTo>
                  <a:pt x="1248655" y="1701800"/>
                </a:lnTo>
                <a:lnTo>
                  <a:pt x="1323518" y="1778000"/>
                </a:lnTo>
                <a:lnTo>
                  <a:pt x="1361133" y="1803400"/>
                </a:lnTo>
                <a:lnTo>
                  <a:pt x="1436725" y="1879600"/>
                </a:lnTo>
                <a:lnTo>
                  <a:pt x="1474702" y="1905000"/>
                </a:lnTo>
                <a:lnTo>
                  <a:pt x="1551013" y="1981200"/>
                </a:lnTo>
                <a:lnTo>
                  <a:pt x="1589346" y="2006600"/>
                </a:lnTo>
                <a:lnTo>
                  <a:pt x="1627796" y="2044700"/>
                </a:lnTo>
                <a:lnTo>
                  <a:pt x="1666364" y="2070100"/>
                </a:lnTo>
                <a:lnTo>
                  <a:pt x="1705048" y="2108200"/>
                </a:lnTo>
                <a:lnTo>
                  <a:pt x="1743847" y="2133600"/>
                </a:lnTo>
                <a:lnTo>
                  <a:pt x="1782762" y="2171700"/>
                </a:lnTo>
                <a:lnTo>
                  <a:pt x="1821791" y="2197100"/>
                </a:lnTo>
                <a:lnTo>
                  <a:pt x="1860934" y="2235200"/>
                </a:lnTo>
                <a:lnTo>
                  <a:pt x="1900190" y="2260600"/>
                </a:lnTo>
                <a:lnTo>
                  <a:pt x="1939559" y="2298700"/>
                </a:lnTo>
                <a:lnTo>
                  <a:pt x="1979040" y="2324100"/>
                </a:lnTo>
                <a:lnTo>
                  <a:pt x="2018633" y="2362200"/>
                </a:lnTo>
                <a:lnTo>
                  <a:pt x="2058336" y="2387600"/>
                </a:lnTo>
                <a:lnTo>
                  <a:pt x="2098149" y="2425700"/>
                </a:lnTo>
                <a:lnTo>
                  <a:pt x="2138072" y="2451100"/>
                </a:lnTo>
                <a:lnTo>
                  <a:pt x="2178104" y="2489200"/>
                </a:lnTo>
                <a:lnTo>
                  <a:pt x="2258493" y="2540000"/>
                </a:lnTo>
                <a:lnTo>
                  <a:pt x="2298848" y="2578100"/>
                </a:lnTo>
                <a:lnTo>
                  <a:pt x="2339309" y="2603500"/>
                </a:lnTo>
                <a:lnTo>
                  <a:pt x="2379877" y="2641600"/>
                </a:lnTo>
                <a:lnTo>
                  <a:pt x="2461327" y="2692400"/>
                </a:lnTo>
                <a:lnTo>
                  <a:pt x="2502208" y="2730500"/>
                </a:lnTo>
                <a:lnTo>
                  <a:pt x="2584281" y="2781300"/>
                </a:lnTo>
                <a:lnTo>
                  <a:pt x="2625470" y="2819400"/>
                </a:lnTo>
                <a:lnTo>
                  <a:pt x="2749646" y="2895600"/>
                </a:lnTo>
                <a:lnTo>
                  <a:pt x="2791239" y="2933700"/>
                </a:lnTo>
                <a:lnTo>
                  <a:pt x="2916608" y="3009900"/>
                </a:lnTo>
                <a:lnTo>
                  <a:pt x="2958593" y="3048000"/>
                </a:lnTo>
                <a:lnTo>
                  <a:pt x="3169955" y="3175000"/>
                </a:lnTo>
                <a:lnTo>
                  <a:pt x="3212510" y="3213100"/>
                </a:lnTo>
                <a:lnTo>
                  <a:pt x="3512966" y="3390900"/>
                </a:lnTo>
                <a:lnTo>
                  <a:pt x="4260306" y="3822700"/>
                </a:lnTo>
                <a:lnTo>
                  <a:pt x="4305000" y="3835400"/>
                </a:lnTo>
                <a:lnTo>
                  <a:pt x="4529621" y="3962400"/>
                </a:lnTo>
                <a:lnTo>
                  <a:pt x="4574771" y="3975100"/>
                </a:lnTo>
                <a:lnTo>
                  <a:pt x="4710662" y="4051300"/>
                </a:lnTo>
                <a:lnTo>
                  <a:pt x="4756103" y="4064000"/>
                </a:lnTo>
                <a:lnTo>
                  <a:pt x="4847200" y="4114800"/>
                </a:lnTo>
                <a:lnTo>
                  <a:pt x="4892854" y="4127500"/>
                </a:lnTo>
                <a:lnTo>
                  <a:pt x="4984370" y="4178300"/>
                </a:lnTo>
                <a:lnTo>
                  <a:pt x="5030231" y="4191000"/>
                </a:lnTo>
                <a:lnTo>
                  <a:pt x="5076159" y="4216400"/>
                </a:lnTo>
                <a:lnTo>
                  <a:pt x="5152691" y="4254500"/>
                </a:lnTo>
                <a:lnTo>
                  <a:pt x="5240046" y="4292600"/>
                </a:lnTo>
                <a:lnTo>
                  <a:pt x="5800272" y="4546600"/>
                </a:lnTo>
                <a:lnTo>
                  <a:pt x="5895963" y="4584700"/>
                </a:lnTo>
                <a:lnTo>
                  <a:pt x="5983395" y="4622800"/>
                </a:lnTo>
                <a:lnTo>
                  <a:pt x="6023219" y="4648200"/>
                </a:lnTo>
                <a:lnTo>
                  <a:pt x="6105475" y="4673600"/>
                </a:lnTo>
                <a:lnTo>
                  <a:pt x="6150892" y="4699000"/>
                </a:lnTo>
                <a:lnTo>
                  <a:pt x="6287072" y="4762500"/>
                </a:lnTo>
                <a:lnTo>
                  <a:pt x="6332485" y="4775200"/>
                </a:lnTo>
                <a:lnTo>
                  <a:pt x="6423418" y="4826000"/>
                </a:lnTo>
                <a:lnTo>
                  <a:pt x="6468965" y="4838700"/>
                </a:lnTo>
                <a:lnTo>
                  <a:pt x="6427145" y="4864100"/>
                </a:lnTo>
                <a:lnTo>
                  <a:pt x="6384711" y="4876800"/>
                </a:lnTo>
                <a:lnTo>
                  <a:pt x="6341694" y="4902200"/>
                </a:lnTo>
                <a:lnTo>
                  <a:pt x="6254045" y="4953000"/>
                </a:lnTo>
                <a:lnTo>
                  <a:pt x="6164457" y="4991100"/>
                </a:lnTo>
                <a:lnTo>
                  <a:pt x="6073192" y="5041900"/>
                </a:lnTo>
                <a:lnTo>
                  <a:pt x="5648713" y="5245100"/>
                </a:lnTo>
                <a:lnTo>
                  <a:pt x="5266476" y="5448300"/>
                </a:lnTo>
                <a:lnTo>
                  <a:pt x="5219250" y="5461000"/>
                </a:lnTo>
                <a:lnTo>
                  <a:pt x="5032982" y="5562600"/>
                </a:lnTo>
                <a:lnTo>
                  <a:pt x="4987237" y="5575300"/>
                </a:lnTo>
                <a:lnTo>
                  <a:pt x="4852498" y="5651500"/>
                </a:lnTo>
                <a:lnTo>
                  <a:pt x="4808525" y="5664200"/>
                </a:lnTo>
                <a:lnTo>
                  <a:pt x="4722184" y="5715000"/>
                </a:lnTo>
                <a:lnTo>
                  <a:pt x="4679882" y="5727700"/>
                </a:lnTo>
                <a:lnTo>
                  <a:pt x="4638201" y="5753100"/>
                </a:lnTo>
                <a:lnTo>
                  <a:pt x="4597174" y="5765800"/>
                </a:lnTo>
                <a:lnTo>
                  <a:pt x="4556835" y="5791200"/>
                </a:lnTo>
                <a:lnTo>
                  <a:pt x="4511335" y="5816600"/>
                </a:lnTo>
                <a:lnTo>
                  <a:pt x="4465908" y="5829300"/>
                </a:lnTo>
                <a:lnTo>
                  <a:pt x="4330079" y="5905500"/>
                </a:lnTo>
                <a:lnTo>
                  <a:pt x="4284957" y="5918200"/>
                </a:lnTo>
                <a:lnTo>
                  <a:pt x="3971342" y="6096000"/>
                </a:lnTo>
                <a:lnTo>
                  <a:pt x="3926871" y="6108700"/>
                </a:lnTo>
                <a:lnTo>
                  <a:pt x="3356918" y="6438900"/>
                </a:lnTo>
                <a:lnTo>
                  <a:pt x="3313736" y="6477000"/>
                </a:lnTo>
                <a:lnTo>
                  <a:pt x="3056760" y="6629400"/>
                </a:lnTo>
                <a:lnTo>
                  <a:pt x="3014292" y="6667500"/>
                </a:lnTo>
                <a:lnTo>
                  <a:pt x="2845487" y="6769100"/>
                </a:lnTo>
                <a:lnTo>
                  <a:pt x="2803557" y="6807200"/>
                </a:lnTo>
                <a:lnTo>
                  <a:pt x="2678435" y="6883400"/>
                </a:lnTo>
                <a:lnTo>
                  <a:pt x="2636953" y="6921500"/>
                </a:lnTo>
                <a:lnTo>
                  <a:pt x="2554332" y="6972300"/>
                </a:lnTo>
                <a:lnTo>
                  <a:pt x="2513196" y="7010400"/>
                </a:lnTo>
                <a:lnTo>
                  <a:pt x="2431276" y="7061200"/>
                </a:lnTo>
                <a:lnTo>
                  <a:pt x="2390494" y="7099300"/>
                </a:lnTo>
                <a:lnTo>
                  <a:pt x="2309290" y="7150100"/>
                </a:lnTo>
                <a:lnTo>
                  <a:pt x="2268871" y="7188200"/>
                </a:lnTo>
                <a:lnTo>
                  <a:pt x="2228574" y="7213600"/>
                </a:lnTo>
                <a:lnTo>
                  <a:pt x="2188402" y="7251700"/>
                </a:lnTo>
                <a:lnTo>
                  <a:pt x="2148353" y="7277100"/>
                </a:lnTo>
                <a:lnTo>
                  <a:pt x="2108431" y="7315200"/>
                </a:lnTo>
                <a:lnTo>
                  <a:pt x="2068635" y="7340600"/>
                </a:lnTo>
                <a:lnTo>
                  <a:pt x="2028967" y="7378700"/>
                </a:lnTo>
                <a:lnTo>
                  <a:pt x="1989427" y="7404100"/>
                </a:lnTo>
                <a:lnTo>
                  <a:pt x="1950017" y="7442200"/>
                </a:lnTo>
                <a:lnTo>
                  <a:pt x="1910737" y="7467600"/>
                </a:lnTo>
                <a:lnTo>
                  <a:pt x="1871589" y="7505700"/>
                </a:lnTo>
                <a:lnTo>
                  <a:pt x="1832573" y="7531100"/>
                </a:lnTo>
                <a:lnTo>
                  <a:pt x="1793690" y="7569200"/>
                </a:lnTo>
                <a:lnTo>
                  <a:pt x="1754941" y="7594600"/>
                </a:lnTo>
                <a:lnTo>
                  <a:pt x="1716279" y="7632700"/>
                </a:lnTo>
                <a:lnTo>
                  <a:pt x="1677762" y="7658100"/>
                </a:lnTo>
                <a:lnTo>
                  <a:pt x="1601160" y="7734300"/>
                </a:lnTo>
                <a:lnTo>
                  <a:pt x="1563078" y="7759700"/>
                </a:lnTo>
                <a:lnTo>
                  <a:pt x="1487354" y="7835900"/>
                </a:lnTo>
                <a:lnTo>
                  <a:pt x="1449713" y="7861300"/>
                </a:lnTo>
                <a:lnTo>
                  <a:pt x="1374877" y="7937500"/>
                </a:lnTo>
                <a:lnTo>
                  <a:pt x="1337684" y="7962900"/>
                </a:lnTo>
                <a:lnTo>
                  <a:pt x="1227009" y="8077200"/>
                </a:lnTo>
                <a:lnTo>
                  <a:pt x="1190421" y="8102600"/>
                </a:lnTo>
                <a:lnTo>
                  <a:pt x="1045608" y="8255000"/>
                </a:lnTo>
                <a:lnTo>
                  <a:pt x="1009792" y="8280400"/>
                </a:lnTo>
                <a:lnTo>
                  <a:pt x="938631" y="8356600"/>
                </a:lnTo>
                <a:lnTo>
                  <a:pt x="903524" y="8394700"/>
                </a:lnTo>
                <a:lnTo>
                  <a:pt x="799434" y="8509000"/>
                </a:lnTo>
                <a:lnTo>
                  <a:pt x="731106" y="8585200"/>
                </a:lnTo>
                <a:lnTo>
                  <a:pt x="697274" y="8610600"/>
                </a:lnTo>
                <a:lnTo>
                  <a:pt x="630294" y="8686800"/>
                </a:lnTo>
                <a:lnTo>
                  <a:pt x="597155" y="8737600"/>
                </a:lnTo>
                <a:lnTo>
                  <a:pt x="531600" y="8813800"/>
                </a:lnTo>
                <a:lnTo>
                  <a:pt x="467035" y="8890000"/>
                </a:lnTo>
                <a:lnTo>
                  <a:pt x="403494" y="8966200"/>
                </a:lnTo>
                <a:lnTo>
                  <a:pt x="372119" y="9004300"/>
                </a:lnTo>
                <a:lnTo>
                  <a:pt x="341011" y="9042400"/>
                </a:lnTo>
                <a:lnTo>
                  <a:pt x="310177" y="9080500"/>
                </a:lnTo>
                <a:lnTo>
                  <a:pt x="279619" y="9131300"/>
                </a:lnTo>
                <a:lnTo>
                  <a:pt x="249343" y="9169400"/>
                </a:lnTo>
                <a:lnTo>
                  <a:pt x="219351" y="9207500"/>
                </a:lnTo>
                <a:lnTo>
                  <a:pt x="189649" y="9245600"/>
                </a:lnTo>
                <a:lnTo>
                  <a:pt x="160241" y="9296400"/>
                </a:lnTo>
                <a:lnTo>
                  <a:pt x="131130" y="9334500"/>
                </a:lnTo>
                <a:lnTo>
                  <a:pt x="102321" y="9372600"/>
                </a:lnTo>
                <a:lnTo>
                  <a:pt x="73818" y="9410700"/>
                </a:lnTo>
                <a:lnTo>
                  <a:pt x="45626" y="9461500"/>
                </a:lnTo>
                <a:lnTo>
                  <a:pt x="17747" y="9499600"/>
                </a:lnTo>
                <a:lnTo>
                  <a:pt x="0" y="9525000"/>
                </a:lnTo>
                <a:lnTo>
                  <a:pt x="0" y="9563100"/>
                </a:lnTo>
                <a:lnTo>
                  <a:pt x="4351" y="9550400"/>
                </a:lnTo>
                <a:lnTo>
                  <a:pt x="31839" y="9512300"/>
                </a:lnTo>
                <a:lnTo>
                  <a:pt x="59654" y="9474200"/>
                </a:lnTo>
                <a:lnTo>
                  <a:pt x="87791" y="9423400"/>
                </a:lnTo>
                <a:lnTo>
                  <a:pt x="116246" y="9385300"/>
                </a:lnTo>
                <a:lnTo>
                  <a:pt x="145013" y="9347200"/>
                </a:lnTo>
                <a:lnTo>
                  <a:pt x="174087" y="9309100"/>
                </a:lnTo>
                <a:lnTo>
                  <a:pt x="203464" y="9271000"/>
                </a:lnTo>
                <a:lnTo>
                  <a:pt x="233138" y="9220200"/>
                </a:lnTo>
                <a:lnTo>
                  <a:pt x="263105" y="9182100"/>
                </a:lnTo>
                <a:lnTo>
                  <a:pt x="293360" y="9144000"/>
                </a:lnTo>
                <a:lnTo>
                  <a:pt x="323897" y="9105900"/>
                </a:lnTo>
                <a:lnTo>
                  <a:pt x="354712" y="9067800"/>
                </a:lnTo>
                <a:lnTo>
                  <a:pt x="385801" y="9029700"/>
                </a:lnTo>
                <a:lnTo>
                  <a:pt x="417157" y="8991600"/>
                </a:lnTo>
                <a:lnTo>
                  <a:pt x="448777" y="8940800"/>
                </a:lnTo>
                <a:lnTo>
                  <a:pt x="512786" y="8864600"/>
                </a:lnTo>
                <a:lnTo>
                  <a:pt x="577788" y="8788400"/>
                </a:lnTo>
                <a:lnTo>
                  <a:pt x="643745" y="8712200"/>
                </a:lnTo>
                <a:lnTo>
                  <a:pt x="710616" y="8636000"/>
                </a:lnTo>
                <a:lnTo>
                  <a:pt x="744383" y="8610600"/>
                </a:lnTo>
                <a:lnTo>
                  <a:pt x="812552" y="8534400"/>
                </a:lnTo>
                <a:lnTo>
                  <a:pt x="916326" y="8420100"/>
                </a:lnTo>
                <a:lnTo>
                  <a:pt x="986463" y="8343900"/>
                </a:lnTo>
                <a:lnTo>
                  <a:pt x="1021803" y="8318500"/>
                </a:lnTo>
                <a:lnTo>
                  <a:pt x="1057318" y="8280400"/>
                </a:lnTo>
                <a:lnTo>
                  <a:pt x="1130197" y="8204200"/>
                </a:lnTo>
                <a:lnTo>
                  <a:pt x="1166860" y="8178800"/>
                </a:lnTo>
                <a:lnTo>
                  <a:pt x="1277740" y="8064500"/>
                </a:lnTo>
                <a:lnTo>
                  <a:pt x="1314994" y="8039100"/>
                </a:lnTo>
                <a:lnTo>
                  <a:pt x="1427630" y="7924800"/>
                </a:lnTo>
                <a:lnTo>
                  <a:pt x="1465465" y="7899400"/>
                </a:lnTo>
                <a:lnTo>
                  <a:pt x="1541565" y="7823200"/>
                </a:lnTo>
                <a:lnTo>
                  <a:pt x="1579828" y="7797800"/>
                </a:lnTo>
                <a:lnTo>
                  <a:pt x="1618234" y="7759700"/>
                </a:lnTo>
                <a:lnTo>
                  <a:pt x="1656780" y="7734300"/>
                </a:lnTo>
                <a:lnTo>
                  <a:pt x="1734294" y="7658100"/>
                </a:lnTo>
                <a:lnTo>
                  <a:pt x="1773260" y="7632700"/>
                </a:lnTo>
                <a:lnTo>
                  <a:pt x="1812364" y="7594600"/>
                </a:lnTo>
                <a:lnTo>
                  <a:pt x="1851607" y="7569200"/>
                </a:lnTo>
                <a:lnTo>
                  <a:pt x="1890987" y="7531100"/>
                </a:lnTo>
                <a:lnTo>
                  <a:pt x="1930504" y="7505700"/>
                </a:lnTo>
                <a:lnTo>
                  <a:pt x="1970157" y="7467600"/>
                </a:lnTo>
                <a:lnTo>
                  <a:pt x="2009945" y="7442200"/>
                </a:lnTo>
                <a:lnTo>
                  <a:pt x="2049868" y="7404100"/>
                </a:lnTo>
                <a:lnTo>
                  <a:pt x="2089925" y="7378700"/>
                </a:lnTo>
                <a:lnTo>
                  <a:pt x="2130116" y="7340600"/>
                </a:lnTo>
                <a:lnTo>
                  <a:pt x="2210897" y="7289800"/>
                </a:lnTo>
                <a:lnTo>
                  <a:pt x="2251485" y="7251700"/>
                </a:lnTo>
                <a:lnTo>
                  <a:pt x="2292204" y="7226300"/>
                </a:lnTo>
                <a:lnTo>
                  <a:pt x="2333054" y="7188200"/>
                </a:lnTo>
                <a:lnTo>
                  <a:pt x="2415142" y="7137400"/>
                </a:lnTo>
                <a:lnTo>
                  <a:pt x="2456379" y="7099300"/>
                </a:lnTo>
                <a:lnTo>
                  <a:pt x="2539237" y="7048500"/>
                </a:lnTo>
                <a:lnTo>
                  <a:pt x="2580857" y="7010400"/>
                </a:lnTo>
                <a:lnTo>
                  <a:pt x="2705909" y="6934200"/>
                </a:lnTo>
                <a:lnTo>
                  <a:pt x="2747485" y="6896100"/>
                </a:lnTo>
                <a:lnTo>
                  <a:pt x="2873033" y="6819900"/>
                </a:lnTo>
                <a:lnTo>
                  <a:pt x="2915148" y="6781800"/>
                </a:lnTo>
                <a:lnTo>
                  <a:pt x="3127599" y="6654800"/>
                </a:lnTo>
                <a:lnTo>
                  <a:pt x="3170448" y="6616700"/>
                </a:lnTo>
                <a:lnTo>
                  <a:pt x="3781162" y="6261100"/>
                </a:lnTo>
                <a:lnTo>
                  <a:pt x="3825460" y="6248400"/>
                </a:lnTo>
                <a:lnTo>
                  <a:pt x="4092782" y="6096000"/>
                </a:lnTo>
                <a:lnTo>
                  <a:pt x="4137568" y="6083300"/>
                </a:lnTo>
                <a:lnTo>
                  <a:pt x="4317287" y="5981700"/>
                </a:lnTo>
                <a:lnTo>
                  <a:pt x="4362348" y="5969000"/>
                </a:lnTo>
                <a:lnTo>
                  <a:pt x="4543044" y="5867400"/>
                </a:lnTo>
                <a:lnTo>
                  <a:pt x="4588319" y="5854700"/>
                </a:lnTo>
                <a:lnTo>
                  <a:pt x="4724345" y="5778500"/>
                </a:lnTo>
                <a:lnTo>
                  <a:pt x="4769747" y="5765800"/>
                </a:lnTo>
                <a:lnTo>
                  <a:pt x="4906096" y="5689600"/>
                </a:lnTo>
                <a:lnTo>
                  <a:pt x="4951585" y="5676900"/>
                </a:lnTo>
                <a:lnTo>
                  <a:pt x="5088138" y="5600700"/>
                </a:lnTo>
                <a:lnTo>
                  <a:pt x="5406944" y="5448300"/>
                </a:lnTo>
                <a:lnTo>
                  <a:pt x="5497990" y="5410200"/>
                </a:lnTo>
                <a:lnTo>
                  <a:pt x="5543493" y="5384800"/>
                </a:lnTo>
                <a:lnTo>
                  <a:pt x="5588981" y="5372100"/>
                </a:lnTo>
                <a:lnTo>
                  <a:pt x="6669419" y="4838700"/>
                </a:lnTo>
                <a:lnTo>
                  <a:pt x="6490397" y="4762500"/>
                </a:lnTo>
                <a:lnTo>
                  <a:pt x="6399733" y="4711700"/>
                </a:lnTo>
                <a:lnTo>
                  <a:pt x="6262608" y="4648200"/>
                </a:lnTo>
                <a:lnTo>
                  <a:pt x="6124463" y="4597400"/>
                </a:lnTo>
                <a:lnTo>
                  <a:pt x="5985672" y="4533900"/>
                </a:lnTo>
                <a:lnTo>
                  <a:pt x="5800260" y="4445000"/>
                </a:lnTo>
                <a:lnTo>
                  <a:pt x="5115854" y="4140200"/>
                </a:lnTo>
                <a:lnTo>
                  <a:pt x="5024573" y="4089400"/>
                </a:lnTo>
                <a:lnTo>
                  <a:pt x="4979036" y="4076700"/>
                </a:lnTo>
                <a:lnTo>
                  <a:pt x="4842847" y="4000500"/>
                </a:lnTo>
                <a:lnTo>
                  <a:pt x="4797593" y="3987800"/>
                </a:lnTo>
                <a:lnTo>
                  <a:pt x="4662267" y="3911600"/>
                </a:lnTo>
                <a:lnTo>
                  <a:pt x="4617306" y="3898900"/>
                </a:lnTo>
                <a:lnTo>
                  <a:pt x="4438216" y="3797300"/>
                </a:lnTo>
                <a:lnTo>
                  <a:pt x="4393635" y="3784600"/>
                </a:lnTo>
                <a:lnTo>
                  <a:pt x="3995981" y="3556000"/>
                </a:lnTo>
                <a:lnTo>
                  <a:pt x="3952206" y="3543300"/>
                </a:lnTo>
                <a:lnTo>
                  <a:pt x="3648163" y="3365500"/>
                </a:lnTo>
                <a:lnTo>
                  <a:pt x="3605076" y="3327400"/>
                </a:lnTo>
                <a:lnTo>
                  <a:pt x="3221367" y="3098800"/>
                </a:lnTo>
                <a:lnTo>
                  <a:pt x="3179197" y="3060700"/>
                </a:lnTo>
                <a:lnTo>
                  <a:pt x="3011469" y="2959100"/>
                </a:lnTo>
                <a:lnTo>
                  <a:pt x="2969779" y="2921000"/>
                </a:lnTo>
                <a:lnTo>
                  <a:pt x="2845300" y="2844800"/>
                </a:lnTo>
                <a:lnTo>
                  <a:pt x="2804006" y="2806700"/>
                </a:lnTo>
                <a:lnTo>
                  <a:pt x="2680729" y="2730500"/>
                </a:lnTo>
                <a:lnTo>
                  <a:pt x="2639841" y="2692400"/>
                </a:lnTo>
                <a:lnTo>
                  <a:pt x="2558373" y="2641600"/>
                </a:lnTo>
                <a:lnTo>
                  <a:pt x="2517795" y="2603500"/>
                </a:lnTo>
                <a:lnTo>
                  <a:pt x="2477321" y="2578100"/>
                </a:lnTo>
                <a:lnTo>
                  <a:pt x="2436954" y="2540000"/>
                </a:lnTo>
                <a:lnTo>
                  <a:pt x="2356536" y="2489200"/>
                </a:lnTo>
                <a:lnTo>
                  <a:pt x="2316488" y="2451100"/>
                </a:lnTo>
                <a:lnTo>
                  <a:pt x="2236716" y="2400300"/>
                </a:lnTo>
                <a:lnTo>
                  <a:pt x="2196993" y="2362200"/>
                </a:lnTo>
                <a:lnTo>
                  <a:pt x="2157380" y="2336800"/>
                </a:lnTo>
                <a:lnTo>
                  <a:pt x="2117877" y="2298700"/>
                </a:lnTo>
                <a:lnTo>
                  <a:pt x="2078485" y="2273300"/>
                </a:lnTo>
                <a:lnTo>
                  <a:pt x="2039204" y="2235200"/>
                </a:lnTo>
                <a:lnTo>
                  <a:pt x="2000035" y="2209800"/>
                </a:lnTo>
                <a:lnTo>
                  <a:pt x="1960980" y="2171700"/>
                </a:lnTo>
                <a:lnTo>
                  <a:pt x="1922037" y="2146300"/>
                </a:lnTo>
                <a:lnTo>
                  <a:pt x="1883208" y="2108200"/>
                </a:lnTo>
                <a:lnTo>
                  <a:pt x="1844494" y="2082800"/>
                </a:lnTo>
                <a:lnTo>
                  <a:pt x="1805895" y="2044700"/>
                </a:lnTo>
                <a:lnTo>
                  <a:pt x="1767412" y="2019300"/>
                </a:lnTo>
                <a:lnTo>
                  <a:pt x="1690796" y="1943100"/>
                </a:lnTo>
                <a:lnTo>
                  <a:pt x="1652664" y="1917700"/>
                </a:lnTo>
                <a:lnTo>
                  <a:pt x="1614650" y="1879600"/>
                </a:lnTo>
                <a:lnTo>
                  <a:pt x="1576755" y="1854200"/>
                </a:lnTo>
                <a:lnTo>
                  <a:pt x="1501323" y="1778000"/>
                </a:lnTo>
                <a:lnTo>
                  <a:pt x="1463788" y="1752600"/>
                </a:lnTo>
                <a:lnTo>
                  <a:pt x="1426375" y="1714500"/>
                </a:lnTo>
                <a:lnTo>
                  <a:pt x="1389083" y="1689100"/>
                </a:lnTo>
                <a:lnTo>
                  <a:pt x="1277945" y="1574800"/>
                </a:lnTo>
                <a:lnTo>
                  <a:pt x="1241147" y="1549400"/>
                </a:lnTo>
                <a:lnTo>
                  <a:pt x="1167926" y="1473200"/>
                </a:lnTo>
                <a:lnTo>
                  <a:pt x="1131504" y="1447800"/>
                </a:lnTo>
                <a:lnTo>
                  <a:pt x="1022728" y="1333500"/>
                </a:lnTo>
                <a:lnTo>
                  <a:pt x="986727" y="1308100"/>
                </a:lnTo>
                <a:lnTo>
                  <a:pt x="808679" y="1117600"/>
                </a:lnTo>
                <a:lnTo>
                  <a:pt x="773465" y="1092200"/>
                </a:lnTo>
                <a:lnTo>
                  <a:pt x="633947" y="939800"/>
                </a:lnTo>
                <a:lnTo>
                  <a:pt x="496596" y="787400"/>
                </a:lnTo>
                <a:lnTo>
                  <a:pt x="361450" y="635000"/>
                </a:lnTo>
                <a:lnTo>
                  <a:pt x="228546" y="482600"/>
                </a:lnTo>
                <a:lnTo>
                  <a:pt x="130361" y="368300"/>
                </a:lnTo>
                <a:lnTo>
                  <a:pt x="33473" y="254000"/>
                </a:lnTo>
                <a:lnTo>
                  <a:pt x="0" y="215900"/>
                </a:lnTo>
                <a:close/>
              </a:path>
            </a:pathLst>
          </a:custGeom>
          <a:solidFill>
            <a:srgbClr val="0FA8DF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238" y="838200"/>
            <a:ext cx="6834187" cy="178435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8238" y="2690813"/>
            <a:ext cx="6834187" cy="12382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7065845" y="47626"/>
            <a:ext cx="1968896" cy="713701"/>
            <a:chOff x="7091700" y="47625"/>
            <a:chExt cx="1976100" cy="713701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1700" y="231032"/>
              <a:ext cx="1342800" cy="318986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 userDrawn="1"/>
          </p:nvCxnSpPr>
          <p:spPr>
            <a:xfrm>
              <a:off x="8534400" y="123825"/>
              <a:ext cx="0" cy="533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51" t="6878" r="9851" b="2417"/>
            <a:stretch/>
          </p:blipFill>
          <p:spPr>
            <a:xfrm>
              <a:off x="8646600" y="47625"/>
              <a:ext cx="421200" cy="7137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704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30" y="126365"/>
            <a:ext cx="7135402" cy="5613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53B62-B20A-460E-91AE-67A3741D349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539A-3279-4586-A668-A8B611D5D09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bject 44"/>
          <p:cNvSpPr/>
          <p:nvPr userDrawn="1"/>
        </p:nvSpPr>
        <p:spPr>
          <a:xfrm>
            <a:off x="163130" y="687706"/>
            <a:ext cx="3467052" cy="45719"/>
          </a:xfrm>
          <a:custGeom>
            <a:avLst/>
            <a:gdLst/>
            <a:ahLst/>
            <a:cxnLst/>
            <a:rect l="l" t="t" r="r" b="b"/>
            <a:pathLst>
              <a:path w="3804920" h="17145">
                <a:moveTo>
                  <a:pt x="3804805" y="0"/>
                </a:moveTo>
                <a:lnTo>
                  <a:pt x="0" y="0"/>
                </a:lnTo>
                <a:lnTo>
                  <a:pt x="0" y="17082"/>
                </a:lnTo>
                <a:lnTo>
                  <a:pt x="3804805" y="17082"/>
                </a:lnTo>
                <a:lnTo>
                  <a:pt x="3804805" y="0"/>
                </a:lnTo>
                <a:close/>
              </a:path>
            </a:pathLst>
          </a:custGeo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0">
                <a:schemeClr val="accent1">
                  <a:lumMod val="75000"/>
                </a:schemeClr>
              </a:gs>
              <a:gs pos="72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38100">
            <a:noFill/>
          </a:ln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76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0" y="1277938"/>
            <a:ext cx="7856538" cy="21320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300" y="3429000"/>
            <a:ext cx="7856538" cy="11207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53B62-B20A-460E-91AE-67A3741D349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539A-3279-4586-A668-A8B611D5D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3184" y="962461"/>
            <a:ext cx="4143547" cy="3652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107" y="962460"/>
            <a:ext cx="4162424" cy="3652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53B62-B20A-460E-91AE-67A3741D349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539A-3279-4586-A668-A8B611D5D09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bject 44"/>
          <p:cNvSpPr/>
          <p:nvPr userDrawn="1"/>
        </p:nvSpPr>
        <p:spPr>
          <a:xfrm>
            <a:off x="163130" y="687706"/>
            <a:ext cx="3467052" cy="45719"/>
          </a:xfrm>
          <a:custGeom>
            <a:avLst/>
            <a:gdLst/>
            <a:ahLst/>
            <a:cxnLst/>
            <a:rect l="l" t="t" r="r" b="b"/>
            <a:pathLst>
              <a:path w="3804920" h="17145">
                <a:moveTo>
                  <a:pt x="3804805" y="0"/>
                </a:moveTo>
                <a:lnTo>
                  <a:pt x="0" y="0"/>
                </a:lnTo>
                <a:lnTo>
                  <a:pt x="0" y="17082"/>
                </a:lnTo>
                <a:lnTo>
                  <a:pt x="3804805" y="17082"/>
                </a:lnTo>
                <a:lnTo>
                  <a:pt x="3804805" y="0"/>
                </a:lnTo>
                <a:close/>
              </a:path>
            </a:pathLst>
          </a:custGeo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0">
                <a:schemeClr val="accent1">
                  <a:lumMod val="75000"/>
                </a:schemeClr>
              </a:gs>
              <a:gs pos="72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38100">
            <a:noFill/>
          </a:ln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58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53B62-B20A-460E-91AE-67A3741D349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539A-3279-4586-A668-A8B611D5D09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object 44"/>
          <p:cNvSpPr/>
          <p:nvPr userDrawn="1"/>
        </p:nvSpPr>
        <p:spPr>
          <a:xfrm>
            <a:off x="163130" y="687706"/>
            <a:ext cx="3467052" cy="45719"/>
          </a:xfrm>
          <a:custGeom>
            <a:avLst/>
            <a:gdLst/>
            <a:ahLst/>
            <a:cxnLst/>
            <a:rect l="l" t="t" r="r" b="b"/>
            <a:pathLst>
              <a:path w="3804920" h="17145">
                <a:moveTo>
                  <a:pt x="3804805" y="0"/>
                </a:moveTo>
                <a:lnTo>
                  <a:pt x="0" y="0"/>
                </a:lnTo>
                <a:lnTo>
                  <a:pt x="0" y="17082"/>
                </a:lnTo>
                <a:lnTo>
                  <a:pt x="3804805" y="17082"/>
                </a:lnTo>
                <a:lnTo>
                  <a:pt x="3804805" y="0"/>
                </a:lnTo>
                <a:close/>
              </a:path>
            </a:pathLst>
          </a:custGeo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0">
                <a:schemeClr val="accent1">
                  <a:lumMod val="75000"/>
                </a:schemeClr>
              </a:gs>
              <a:gs pos="72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38100">
            <a:noFill/>
          </a:ln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10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978" y="141137"/>
            <a:ext cx="7004576" cy="492443"/>
          </a:xfrm>
          <a:prstGeom prst="rect">
            <a:avLst/>
          </a:prstGeom>
        </p:spPr>
        <p:txBody>
          <a:bodyPr lIns="0" tIns="0" rIns="0" bIns="0"/>
          <a:lstStyle>
            <a:lvl1pPr>
              <a:defRPr sz="3188" b="0" i="0">
                <a:solidFill>
                  <a:schemeClr val="tx2"/>
                </a:solidFill>
                <a:latin typeface="+mj-lt"/>
                <a:cs typeface="Gotham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097626" y="4765738"/>
            <a:ext cx="2915412" cy="137987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5533" y="4765738"/>
            <a:ext cx="2095452" cy="137987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59678" y="4765738"/>
            <a:ext cx="2095452" cy="13798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object 7"/>
          <p:cNvSpPr/>
          <p:nvPr/>
        </p:nvSpPr>
        <p:spPr>
          <a:xfrm>
            <a:off x="0" y="5069406"/>
            <a:ext cx="9110663" cy="55045"/>
          </a:xfrm>
          <a:custGeom>
            <a:avLst/>
            <a:gdLst/>
            <a:ahLst/>
            <a:cxnLst/>
            <a:rect l="l" t="t" r="r" b="b"/>
            <a:pathLst>
              <a:path w="20104100" h="113029">
                <a:moveTo>
                  <a:pt x="20104099" y="0"/>
                </a:moveTo>
                <a:lnTo>
                  <a:pt x="0" y="0"/>
                </a:lnTo>
                <a:lnTo>
                  <a:pt x="0" y="112991"/>
                </a:lnTo>
                <a:lnTo>
                  <a:pt x="20104099" y="112991"/>
                </a:lnTo>
                <a:lnTo>
                  <a:pt x="20104099" y="0"/>
                </a:lnTo>
                <a:close/>
              </a:path>
            </a:pathLst>
          </a:custGeom>
          <a:gradFill>
            <a:gsLst>
              <a:gs pos="0">
                <a:srgbClr val="00AAE5"/>
              </a:gs>
              <a:gs pos="100000">
                <a:srgbClr val="00A56B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 sz="1793" dirty="0">
              <a:solidFill>
                <a:srgbClr val="00A56B"/>
              </a:solidFill>
            </a:endParaRPr>
          </a:p>
        </p:txBody>
      </p:sp>
      <p:sp>
        <p:nvSpPr>
          <p:cNvPr id="10" name="Holder 6"/>
          <p:cNvSpPr txBox="1">
            <a:spLocks/>
          </p:cNvSpPr>
          <p:nvPr/>
        </p:nvSpPr>
        <p:spPr>
          <a:xfrm>
            <a:off x="6776358" y="4820192"/>
            <a:ext cx="2095452" cy="18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r">
              <a:defRPr sz="1200">
                <a:solidFill>
                  <a:srgbClr val="272F7D"/>
                </a:solidFill>
              </a:defRPr>
            </a:lvl1pPr>
          </a:lstStyle>
          <a:p>
            <a:r>
              <a:rPr lang="en-IN" sz="1196" dirty="0"/>
              <a:t>Ek Welspun Ek Process</a:t>
            </a:r>
          </a:p>
        </p:txBody>
      </p:sp>
    </p:spTree>
    <p:extLst>
      <p:ext uri="{BB962C8B-B14F-4D97-AF65-F5344CB8AC3E}">
        <p14:creationId xmlns:p14="http://schemas.microsoft.com/office/powerpoint/2010/main" val="47384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53B62-B20A-460E-91AE-67A3741D349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D539A-3279-4586-A668-A8B611D5D0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8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3"/>
          <p:cNvSpPr/>
          <p:nvPr userDrawn="1"/>
        </p:nvSpPr>
        <p:spPr>
          <a:xfrm>
            <a:off x="0" y="1"/>
            <a:ext cx="9110663" cy="5069458"/>
          </a:xfrm>
          <a:custGeom>
            <a:avLst/>
            <a:gdLst/>
            <a:ahLst/>
            <a:cxnLst/>
            <a:rect l="l" t="t" r="r" b="b"/>
            <a:pathLst>
              <a:path w="20104100" h="11195685">
                <a:moveTo>
                  <a:pt x="0" y="11195564"/>
                </a:moveTo>
                <a:lnTo>
                  <a:pt x="20104099" y="11195564"/>
                </a:lnTo>
                <a:lnTo>
                  <a:pt x="20104099" y="0"/>
                </a:lnTo>
                <a:lnTo>
                  <a:pt x="0" y="0"/>
                </a:lnTo>
                <a:lnTo>
                  <a:pt x="0" y="11195564"/>
                </a:lnTo>
                <a:close/>
              </a:path>
            </a:pathLst>
          </a:custGeom>
          <a:solidFill>
            <a:srgbClr val="2A3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8"/>
          <p:cNvSpPr/>
          <p:nvPr userDrawn="1"/>
        </p:nvSpPr>
        <p:spPr>
          <a:xfrm>
            <a:off x="0" y="1351"/>
            <a:ext cx="5273934" cy="5124713"/>
          </a:xfrm>
          <a:custGeom>
            <a:avLst/>
            <a:gdLst/>
            <a:ahLst/>
            <a:cxnLst/>
            <a:rect l="l" t="t" r="r" b="b"/>
            <a:pathLst>
              <a:path w="10690860" h="10350500">
                <a:moveTo>
                  <a:pt x="2013767" y="0"/>
                </a:moveTo>
                <a:lnTo>
                  <a:pt x="1786829" y="0"/>
                </a:lnTo>
                <a:lnTo>
                  <a:pt x="1810734" y="25400"/>
                </a:lnTo>
                <a:lnTo>
                  <a:pt x="1847621" y="63500"/>
                </a:lnTo>
                <a:lnTo>
                  <a:pt x="1884593" y="88900"/>
                </a:lnTo>
                <a:lnTo>
                  <a:pt x="1921648" y="127000"/>
                </a:lnTo>
                <a:lnTo>
                  <a:pt x="1958787" y="152400"/>
                </a:lnTo>
                <a:lnTo>
                  <a:pt x="1996010" y="190500"/>
                </a:lnTo>
                <a:lnTo>
                  <a:pt x="2033316" y="215900"/>
                </a:lnTo>
                <a:lnTo>
                  <a:pt x="2070707" y="254000"/>
                </a:lnTo>
                <a:lnTo>
                  <a:pt x="2108182" y="279400"/>
                </a:lnTo>
                <a:lnTo>
                  <a:pt x="2145741" y="317500"/>
                </a:lnTo>
                <a:lnTo>
                  <a:pt x="2183384" y="342900"/>
                </a:lnTo>
                <a:lnTo>
                  <a:pt x="2221111" y="381000"/>
                </a:lnTo>
                <a:lnTo>
                  <a:pt x="2258922" y="406400"/>
                </a:lnTo>
                <a:lnTo>
                  <a:pt x="2296818" y="444500"/>
                </a:lnTo>
                <a:lnTo>
                  <a:pt x="2372862" y="495300"/>
                </a:lnTo>
                <a:lnTo>
                  <a:pt x="2411011" y="533400"/>
                </a:lnTo>
                <a:lnTo>
                  <a:pt x="2449245" y="558800"/>
                </a:lnTo>
                <a:lnTo>
                  <a:pt x="2487563" y="596900"/>
                </a:lnTo>
                <a:lnTo>
                  <a:pt x="2564454" y="647700"/>
                </a:lnTo>
                <a:lnTo>
                  <a:pt x="2603026" y="685800"/>
                </a:lnTo>
                <a:lnTo>
                  <a:pt x="2680425" y="736600"/>
                </a:lnTo>
                <a:lnTo>
                  <a:pt x="2719252" y="774700"/>
                </a:lnTo>
                <a:lnTo>
                  <a:pt x="2797162" y="825500"/>
                </a:lnTo>
                <a:lnTo>
                  <a:pt x="2836244" y="863600"/>
                </a:lnTo>
                <a:lnTo>
                  <a:pt x="2914664" y="914400"/>
                </a:lnTo>
                <a:lnTo>
                  <a:pt x="2954002" y="952500"/>
                </a:lnTo>
                <a:lnTo>
                  <a:pt x="3072529" y="1028700"/>
                </a:lnTo>
                <a:lnTo>
                  <a:pt x="3112209" y="1066800"/>
                </a:lnTo>
                <a:lnTo>
                  <a:pt x="3231762" y="1143000"/>
                </a:lnTo>
                <a:lnTo>
                  <a:pt x="3271785" y="1181100"/>
                </a:lnTo>
                <a:lnTo>
                  <a:pt x="3432734" y="1282700"/>
                </a:lnTo>
                <a:lnTo>
                  <a:pt x="3473186" y="1320800"/>
                </a:lnTo>
                <a:lnTo>
                  <a:pt x="3717711" y="1473200"/>
                </a:lnTo>
                <a:lnTo>
                  <a:pt x="3758767" y="1511300"/>
                </a:lnTo>
                <a:lnTo>
                  <a:pt x="4174100" y="1765300"/>
                </a:lnTo>
                <a:lnTo>
                  <a:pt x="4856777" y="2171700"/>
                </a:lnTo>
                <a:lnTo>
                  <a:pt x="4900190" y="2184400"/>
                </a:lnTo>
                <a:lnTo>
                  <a:pt x="5206552" y="2362200"/>
                </a:lnTo>
                <a:lnTo>
                  <a:pt x="5250672" y="2374900"/>
                </a:lnTo>
                <a:lnTo>
                  <a:pt x="5472600" y="2501900"/>
                </a:lnTo>
                <a:lnTo>
                  <a:pt x="5517252" y="2514600"/>
                </a:lnTo>
                <a:lnTo>
                  <a:pt x="5651742" y="2590800"/>
                </a:lnTo>
                <a:lnTo>
                  <a:pt x="5696750" y="2603500"/>
                </a:lnTo>
                <a:lnTo>
                  <a:pt x="5877674" y="2705100"/>
                </a:lnTo>
                <a:lnTo>
                  <a:pt x="5923128" y="2717800"/>
                </a:lnTo>
                <a:lnTo>
                  <a:pt x="6014305" y="2768600"/>
                </a:lnTo>
                <a:lnTo>
                  <a:pt x="6060028" y="2781300"/>
                </a:lnTo>
                <a:lnTo>
                  <a:pt x="6197734" y="2857500"/>
                </a:lnTo>
                <a:lnTo>
                  <a:pt x="6243816" y="2870200"/>
                </a:lnTo>
                <a:lnTo>
                  <a:pt x="6336249" y="2921000"/>
                </a:lnTo>
                <a:lnTo>
                  <a:pt x="6382600" y="2933700"/>
                </a:lnTo>
                <a:lnTo>
                  <a:pt x="6475573" y="2984500"/>
                </a:lnTo>
                <a:lnTo>
                  <a:pt x="6522194" y="2997200"/>
                </a:lnTo>
                <a:lnTo>
                  <a:pt x="6615708" y="3048000"/>
                </a:lnTo>
                <a:lnTo>
                  <a:pt x="6662601" y="3060700"/>
                </a:lnTo>
                <a:lnTo>
                  <a:pt x="6756657" y="3111500"/>
                </a:lnTo>
                <a:lnTo>
                  <a:pt x="6803820" y="3124200"/>
                </a:lnTo>
                <a:lnTo>
                  <a:pt x="6898420" y="3175000"/>
                </a:lnTo>
                <a:lnTo>
                  <a:pt x="6945855" y="3187700"/>
                </a:lnTo>
                <a:lnTo>
                  <a:pt x="6993381" y="3213100"/>
                </a:lnTo>
                <a:lnTo>
                  <a:pt x="7040998" y="3225800"/>
                </a:lnTo>
                <a:lnTo>
                  <a:pt x="7136505" y="3276600"/>
                </a:lnTo>
                <a:lnTo>
                  <a:pt x="7184395" y="3289300"/>
                </a:lnTo>
                <a:lnTo>
                  <a:pt x="7232375" y="3314700"/>
                </a:lnTo>
                <a:lnTo>
                  <a:pt x="7280447" y="3327400"/>
                </a:lnTo>
                <a:lnTo>
                  <a:pt x="7376864" y="3378200"/>
                </a:lnTo>
                <a:lnTo>
                  <a:pt x="7425210" y="3390900"/>
                </a:lnTo>
                <a:lnTo>
                  <a:pt x="7473646" y="3416300"/>
                </a:lnTo>
                <a:lnTo>
                  <a:pt x="7520437" y="3429000"/>
                </a:lnTo>
                <a:lnTo>
                  <a:pt x="7567256" y="3454400"/>
                </a:lnTo>
                <a:lnTo>
                  <a:pt x="7614104" y="3467100"/>
                </a:lnTo>
                <a:lnTo>
                  <a:pt x="7660979" y="3492500"/>
                </a:lnTo>
                <a:lnTo>
                  <a:pt x="7707882" y="3505200"/>
                </a:lnTo>
                <a:lnTo>
                  <a:pt x="7754813" y="3530600"/>
                </a:lnTo>
                <a:lnTo>
                  <a:pt x="7801772" y="3543300"/>
                </a:lnTo>
                <a:lnTo>
                  <a:pt x="7848758" y="3568700"/>
                </a:lnTo>
                <a:lnTo>
                  <a:pt x="7895772" y="3581400"/>
                </a:lnTo>
                <a:lnTo>
                  <a:pt x="7942813" y="3606800"/>
                </a:lnTo>
                <a:lnTo>
                  <a:pt x="7989882" y="3619500"/>
                </a:lnTo>
                <a:lnTo>
                  <a:pt x="8036978" y="3644900"/>
                </a:lnTo>
                <a:lnTo>
                  <a:pt x="8131252" y="3670300"/>
                </a:lnTo>
                <a:lnTo>
                  <a:pt x="8178429" y="3695700"/>
                </a:lnTo>
                <a:lnTo>
                  <a:pt x="8225634" y="3708400"/>
                </a:lnTo>
                <a:lnTo>
                  <a:pt x="8272866" y="3733800"/>
                </a:lnTo>
                <a:lnTo>
                  <a:pt x="8320124" y="3746500"/>
                </a:lnTo>
                <a:lnTo>
                  <a:pt x="8367409" y="3771900"/>
                </a:lnTo>
                <a:lnTo>
                  <a:pt x="8462059" y="3797300"/>
                </a:lnTo>
                <a:lnTo>
                  <a:pt x="8509424" y="3822700"/>
                </a:lnTo>
                <a:lnTo>
                  <a:pt x="8556815" y="3835400"/>
                </a:lnTo>
                <a:lnTo>
                  <a:pt x="8604232" y="3860800"/>
                </a:lnTo>
                <a:lnTo>
                  <a:pt x="8699146" y="3886200"/>
                </a:lnTo>
                <a:lnTo>
                  <a:pt x="8746642" y="3911600"/>
                </a:lnTo>
                <a:lnTo>
                  <a:pt x="8841712" y="3937000"/>
                </a:lnTo>
                <a:lnTo>
                  <a:pt x="8889285" y="3962400"/>
                </a:lnTo>
                <a:lnTo>
                  <a:pt x="8936885" y="3975100"/>
                </a:lnTo>
                <a:lnTo>
                  <a:pt x="8984510" y="4000500"/>
                </a:lnTo>
                <a:lnTo>
                  <a:pt x="9079837" y="4025900"/>
                </a:lnTo>
                <a:lnTo>
                  <a:pt x="9127538" y="4051300"/>
                </a:lnTo>
                <a:lnTo>
                  <a:pt x="9270795" y="4089400"/>
                </a:lnTo>
                <a:lnTo>
                  <a:pt x="9318597" y="4114800"/>
                </a:lnTo>
                <a:lnTo>
                  <a:pt x="9414277" y="4140200"/>
                </a:lnTo>
                <a:lnTo>
                  <a:pt x="9462154" y="4165600"/>
                </a:lnTo>
                <a:lnTo>
                  <a:pt x="9557982" y="4191000"/>
                </a:lnTo>
                <a:lnTo>
                  <a:pt x="9605934" y="4216400"/>
                </a:lnTo>
                <a:lnTo>
                  <a:pt x="9749933" y="4254500"/>
                </a:lnTo>
                <a:lnTo>
                  <a:pt x="9797982" y="4279900"/>
                </a:lnTo>
                <a:lnTo>
                  <a:pt x="9990417" y="4330700"/>
                </a:lnTo>
                <a:lnTo>
                  <a:pt x="10038586" y="4356100"/>
                </a:lnTo>
                <a:lnTo>
                  <a:pt x="10183234" y="4394200"/>
                </a:lnTo>
                <a:lnTo>
                  <a:pt x="10231497" y="4419600"/>
                </a:lnTo>
                <a:lnTo>
                  <a:pt x="10473162" y="4483100"/>
                </a:lnTo>
                <a:lnTo>
                  <a:pt x="10531522" y="4508500"/>
                </a:lnTo>
                <a:lnTo>
                  <a:pt x="10521564" y="4508500"/>
                </a:lnTo>
                <a:lnTo>
                  <a:pt x="10522423" y="4724400"/>
                </a:lnTo>
                <a:lnTo>
                  <a:pt x="10126706" y="4826000"/>
                </a:lnTo>
                <a:lnTo>
                  <a:pt x="10077322" y="4826000"/>
                </a:lnTo>
                <a:lnTo>
                  <a:pt x="9879982" y="4876800"/>
                </a:lnTo>
                <a:lnTo>
                  <a:pt x="9830698" y="4902200"/>
                </a:lnTo>
                <a:lnTo>
                  <a:pt x="9143082" y="5080000"/>
                </a:lnTo>
                <a:lnTo>
                  <a:pt x="9094150" y="5105400"/>
                </a:lnTo>
                <a:lnTo>
                  <a:pt x="8801124" y="5181600"/>
                </a:lnTo>
                <a:lnTo>
                  <a:pt x="8752384" y="5207000"/>
                </a:lnTo>
                <a:lnTo>
                  <a:pt x="8557717" y="5257800"/>
                </a:lnTo>
                <a:lnTo>
                  <a:pt x="8509125" y="5283200"/>
                </a:lnTo>
                <a:lnTo>
                  <a:pt x="8315067" y="5334000"/>
                </a:lnTo>
                <a:lnTo>
                  <a:pt x="8266632" y="5359400"/>
                </a:lnTo>
                <a:lnTo>
                  <a:pt x="8121524" y="5397500"/>
                </a:lnTo>
                <a:lnTo>
                  <a:pt x="8073221" y="5422900"/>
                </a:lnTo>
                <a:lnTo>
                  <a:pt x="7976717" y="5448300"/>
                </a:lnTo>
                <a:lnTo>
                  <a:pt x="7928517" y="5473700"/>
                </a:lnTo>
                <a:lnTo>
                  <a:pt x="7784129" y="5511800"/>
                </a:lnTo>
                <a:lnTo>
                  <a:pt x="7736071" y="5537200"/>
                </a:lnTo>
                <a:lnTo>
                  <a:pt x="7640065" y="5562600"/>
                </a:lnTo>
                <a:lnTo>
                  <a:pt x="7592117" y="5588000"/>
                </a:lnTo>
                <a:lnTo>
                  <a:pt x="7544207" y="5600700"/>
                </a:lnTo>
                <a:lnTo>
                  <a:pt x="7496335" y="5626100"/>
                </a:lnTo>
                <a:lnTo>
                  <a:pt x="7400706" y="5651500"/>
                </a:lnTo>
                <a:lnTo>
                  <a:pt x="7352950" y="5676900"/>
                </a:lnTo>
                <a:lnTo>
                  <a:pt x="7305233" y="5689600"/>
                </a:lnTo>
                <a:lnTo>
                  <a:pt x="7257556" y="5715000"/>
                </a:lnTo>
                <a:lnTo>
                  <a:pt x="7162322" y="5740400"/>
                </a:lnTo>
                <a:lnTo>
                  <a:pt x="7114766" y="5765800"/>
                </a:lnTo>
                <a:lnTo>
                  <a:pt x="7067251" y="5778500"/>
                </a:lnTo>
                <a:lnTo>
                  <a:pt x="7019778" y="5803900"/>
                </a:lnTo>
                <a:lnTo>
                  <a:pt x="6972346" y="5816600"/>
                </a:lnTo>
                <a:lnTo>
                  <a:pt x="6924957" y="5842000"/>
                </a:lnTo>
                <a:lnTo>
                  <a:pt x="6877610" y="5854700"/>
                </a:lnTo>
                <a:lnTo>
                  <a:pt x="6830306" y="5880100"/>
                </a:lnTo>
                <a:lnTo>
                  <a:pt x="6783046" y="5892800"/>
                </a:lnTo>
                <a:lnTo>
                  <a:pt x="6735829" y="5918200"/>
                </a:lnTo>
                <a:lnTo>
                  <a:pt x="6688656" y="5930900"/>
                </a:lnTo>
                <a:lnTo>
                  <a:pt x="6641527" y="5956300"/>
                </a:lnTo>
                <a:lnTo>
                  <a:pt x="6594443" y="5969000"/>
                </a:lnTo>
                <a:lnTo>
                  <a:pt x="6547404" y="5994400"/>
                </a:lnTo>
                <a:lnTo>
                  <a:pt x="6500411" y="6007100"/>
                </a:lnTo>
                <a:lnTo>
                  <a:pt x="6453464" y="6032500"/>
                </a:lnTo>
                <a:lnTo>
                  <a:pt x="6406562" y="6045200"/>
                </a:lnTo>
                <a:lnTo>
                  <a:pt x="6359707" y="6070600"/>
                </a:lnTo>
                <a:lnTo>
                  <a:pt x="6312899" y="6083300"/>
                </a:lnTo>
                <a:lnTo>
                  <a:pt x="6219425" y="6134100"/>
                </a:lnTo>
                <a:lnTo>
                  <a:pt x="6172760" y="6146800"/>
                </a:lnTo>
                <a:lnTo>
                  <a:pt x="6079575" y="6197600"/>
                </a:lnTo>
                <a:lnTo>
                  <a:pt x="6033056" y="6210300"/>
                </a:lnTo>
                <a:lnTo>
                  <a:pt x="5986586" y="6235700"/>
                </a:lnTo>
                <a:lnTo>
                  <a:pt x="5940166" y="6248400"/>
                </a:lnTo>
                <a:lnTo>
                  <a:pt x="5847477" y="6299200"/>
                </a:lnTo>
                <a:lnTo>
                  <a:pt x="5801208" y="6311900"/>
                </a:lnTo>
                <a:lnTo>
                  <a:pt x="5662711" y="6388100"/>
                </a:lnTo>
                <a:lnTo>
                  <a:pt x="5616650" y="6400800"/>
                </a:lnTo>
                <a:lnTo>
                  <a:pt x="5524685" y="6451600"/>
                </a:lnTo>
                <a:lnTo>
                  <a:pt x="5478782" y="6464300"/>
                </a:lnTo>
                <a:lnTo>
                  <a:pt x="5432934" y="6489700"/>
                </a:lnTo>
                <a:lnTo>
                  <a:pt x="5395200" y="6515100"/>
                </a:lnTo>
                <a:lnTo>
                  <a:pt x="5352863" y="6527800"/>
                </a:lnTo>
                <a:lnTo>
                  <a:pt x="5306768" y="6553200"/>
                </a:lnTo>
                <a:lnTo>
                  <a:pt x="5257761" y="6578600"/>
                </a:lnTo>
                <a:lnTo>
                  <a:pt x="5206685" y="6604000"/>
                </a:lnTo>
                <a:lnTo>
                  <a:pt x="5049503" y="6680200"/>
                </a:lnTo>
                <a:lnTo>
                  <a:pt x="4998607" y="6705600"/>
                </a:lnTo>
                <a:lnTo>
                  <a:pt x="4949868" y="6731000"/>
                </a:lnTo>
                <a:lnTo>
                  <a:pt x="4904132" y="6756400"/>
                </a:lnTo>
                <a:lnTo>
                  <a:pt x="4862243" y="6781800"/>
                </a:lnTo>
                <a:lnTo>
                  <a:pt x="4825046" y="6807200"/>
                </a:lnTo>
                <a:lnTo>
                  <a:pt x="4555236" y="6946900"/>
                </a:lnTo>
                <a:lnTo>
                  <a:pt x="4465281" y="6997700"/>
                </a:lnTo>
                <a:lnTo>
                  <a:pt x="4375344" y="7035800"/>
                </a:lnTo>
                <a:lnTo>
                  <a:pt x="4060964" y="7213600"/>
                </a:lnTo>
                <a:lnTo>
                  <a:pt x="4016131" y="7226300"/>
                </a:lnTo>
                <a:lnTo>
                  <a:pt x="2692815" y="7988300"/>
                </a:lnTo>
                <a:lnTo>
                  <a:pt x="2649778" y="8026400"/>
                </a:lnTo>
                <a:lnTo>
                  <a:pt x="2436017" y="8153400"/>
                </a:lnTo>
                <a:lnTo>
                  <a:pt x="2393564" y="8191500"/>
                </a:lnTo>
                <a:lnTo>
                  <a:pt x="2266842" y="8267700"/>
                </a:lnTo>
                <a:lnTo>
                  <a:pt x="2224821" y="8305800"/>
                </a:lnTo>
                <a:lnTo>
                  <a:pt x="2099445" y="8382000"/>
                </a:lnTo>
                <a:lnTo>
                  <a:pt x="2057889" y="8420100"/>
                </a:lnTo>
                <a:lnTo>
                  <a:pt x="1975145" y="8470900"/>
                </a:lnTo>
                <a:lnTo>
                  <a:pt x="1933961" y="8509000"/>
                </a:lnTo>
                <a:lnTo>
                  <a:pt x="1892905" y="8534400"/>
                </a:lnTo>
                <a:lnTo>
                  <a:pt x="1852507" y="8572500"/>
                </a:lnTo>
                <a:lnTo>
                  <a:pt x="1772278" y="8623300"/>
                </a:lnTo>
                <a:lnTo>
                  <a:pt x="1732432" y="8661400"/>
                </a:lnTo>
                <a:lnTo>
                  <a:pt x="1692757" y="8686800"/>
                </a:lnTo>
                <a:lnTo>
                  <a:pt x="1653246" y="8724900"/>
                </a:lnTo>
                <a:lnTo>
                  <a:pt x="1613892" y="8750300"/>
                </a:lnTo>
                <a:lnTo>
                  <a:pt x="1574687" y="8788400"/>
                </a:lnTo>
                <a:lnTo>
                  <a:pt x="1535626" y="8813800"/>
                </a:lnTo>
                <a:lnTo>
                  <a:pt x="1496701" y="8851900"/>
                </a:lnTo>
                <a:lnTo>
                  <a:pt x="1457905" y="8877300"/>
                </a:lnTo>
                <a:lnTo>
                  <a:pt x="1380676" y="8953500"/>
                </a:lnTo>
                <a:lnTo>
                  <a:pt x="1342228" y="8978900"/>
                </a:lnTo>
                <a:lnTo>
                  <a:pt x="1303882" y="9017000"/>
                </a:lnTo>
                <a:lnTo>
                  <a:pt x="1265632" y="9042400"/>
                </a:lnTo>
                <a:lnTo>
                  <a:pt x="1189390" y="9118600"/>
                </a:lnTo>
                <a:lnTo>
                  <a:pt x="1151385" y="9144000"/>
                </a:lnTo>
                <a:lnTo>
                  <a:pt x="1113447" y="9182100"/>
                </a:lnTo>
                <a:lnTo>
                  <a:pt x="1075571" y="9207500"/>
                </a:lnTo>
                <a:lnTo>
                  <a:pt x="999976" y="9283700"/>
                </a:lnTo>
                <a:lnTo>
                  <a:pt x="962243" y="9309100"/>
                </a:lnTo>
                <a:lnTo>
                  <a:pt x="924544" y="9347200"/>
                </a:lnTo>
                <a:lnTo>
                  <a:pt x="849220" y="9410700"/>
                </a:lnTo>
                <a:lnTo>
                  <a:pt x="811849" y="9448800"/>
                </a:lnTo>
                <a:lnTo>
                  <a:pt x="774764" y="9474200"/>
                </a:lnTo>
                <a:lnTo>
                  <a:pt x="701461" y="9550400"/>
                </a:lnTo>
                <a:lnTo>
                  <a:pt x="665249" y="9575800"/>
                </a:lnTo>
                <a:lnTo>
                  <a:pt x="593724" y="9652000"/>
                </a:lnTo>
                <a:lnTo>
                  <a:pt x="558417" y="9677400"/>
                </a:lnTo>
                <a:lnTo>
                  <a:pt x="488729" y="9753600"/>
                </a:lnTo>
                <a:lnTo>
                  <a:pt x="454355" y="9791700"/>
                </a:lnTo>
                <a:lnTo>
                  <a:pt x="420298" y="9829800"/>
                </a:lnTo>
                <a:lnTo>
                  <a:pt x="386562" y="9867900"/>
                </a:lnTo>
                <a:lnTo>
                  <a:pt x="353151" y="9893300"/>
                </a:lnTo>
                <a:lnTo>
                  <a:pt x="320067" y="9931400"/>
                </a:lnTo>
                <a:lnTo>
                  <a:pt x="287314" y="9969500"/>
                </a:lnTo>
                <a:lnTo>
                  <a:pt x="254895" y="10007600"/>
                </a:lnTo>
                <a:lnTo>
                  <a:pt x="222813" y="10045700"/>
                </a:lnTo>
                <a:lnTo>
                  <a:pt x="191072" y="10083800"/>
                </a:lnTo>
                <a:lnTo>
                  <a:pt x="158872" y="10121900"/>
                </a:lnTo>
                <a:lnTo>
                  <a:pt x="126993" y="10160000"/>
                </a:lnTo>
                <a:lnTo>
                  <a:pt x="95432" y="10198100"/>
                </a:lnTo>
                <a:lnTo>
                  <a:pt x="64184" y="10248900"/>
                </a:lnTo>
                <a:lnTo>
                  <a:pt x="33247" y="10287000"/>
                </a:lnTo>
                <a:lnTo>
                  <a:pt x="2617" y="10325100"/>
                </a:lnTo>
                <a:lnTo>
                  <a:pt x="0" y="10325100"/>
                </a:lnTo>
                <a:lnTo>
                  <a:pt x="0" y="10350500"/>
                </a:lnTo>
                <a:lnTo>
                  <a:pt x="8396" y="10350500"/>
                </a:lnTo>
                <a:lnTo>
                  <a:pt x="38733" y="10299700"/>
                </a:lnTo>
                <a:lnTo>
                  <a:pt x="69368" y="10261600"/>
                </a:lnTo>
                <a:lnTo>
                  <a:pt x="100302" y="10223500"/>
                </a:lnTo>
                <a:lnTo>
                  <a:pt x="131537" y="10185400"/>
                </a:lnTo>
                <a:lnTo>
                  <a:pt x="163076" y="10147300"/>
                </a:lnTo>
                <a:lnTo>
                  <a:pt x="194920" y="10109200"/>
                </a:lnTo>
                <a:lnTo>
                  <a:pt x="227072" y="10071100"/>
                </a:lnTo>
                <a:lnTo>
                  <a:pt x="259533" y="10033000"/>
                </a:lnTo>
                <a:lnTo>
                  <a:pt x="292305" y="9994900"/>
                </a:lnTo>
                <a:lnTo>
                  <a:pt x="325391" y="9956800"/>
                </a:lnTo>
                <a:lnTo>
                  <a:pt x="358793" y="9918700"/>
                </a:lnTo>
                <a:lnTo>
                  <a:pt x="392512" y="9880600"/>
                </a:lnTo>
                <a:lnTo>
                  <a:pt x="426550" y="9842500"/>
                </a:lnTo>
                <a:lnTo>
                  <a:pt x="460911" y="9804400"/>
                </a:lnTo>
                <a:lnTo>
                  <a:pt x="495594" y="9766300"/>
                </a:lnTo>
                <a:lnTo>
                  <a:pt x="530604" y="9740900"/>
                </a:lnTo>
                <a:lnTo>
                  <a:pt x="601607" y="9664700"/>
                </a:lnTo>
                <a:lnTo>
                  <a:pt x="637606" y="9626600"/>
                </a:lnTo>
                <a:lnTo>
                  <a:pt x="673938" y="9601200"/>
                </a:lnTo>
                <a:lnTo>
                  <a:pt x="747611" y="9525000"/>
                </a:lnTo>
                <a:lnTo>
                  <a:pt x="784957" y="9499600"/>
                </a:lnTo>
                <a:lnTo>
                  <a:pt x="860675" y="9423400"/>
                </a:lnTo>
                <a:lnTo>
                  <a:pt x="936347" y="9359900"/>
                </a:lnTo>
                <a:lnTo>
                  <a:pt x="974218" y="9321800"/>
                </a:lnTo>
                <a:lnTo>
                  <a:pt x="1012122" y="9296400"/>
                </a:lnTo>
                <a:lnTo>
                  <a:pt x="1050064" y="9258300"/>
                </a:lnTo>
                <a:lnTo>
                  <a:pt x="1088053" y="9232900"/>
                </a:lnTo>
                <a:lnTo>
                  <a:pt x="1164195" y="9156700"/>
                </a:lnTo>
                <a:lnTo>
                  <a:pt x="1202362" y="9131300"/>
                </a:lnTo>
                <a:lnTo>
                  <a:pt x="1240602" y="9093200"/>
                </a:lnTo>
                <a:lnTo>
                  <a:pt x="1278921" y="9067800"/>
                </a:lnTo>
                <a:lnTo>
                  <a:pt x="1355828" y="8991600"/>
                </a:lnTo>
                <a:lnTo>
                  <a:pt x="1394428" y="8966200"/>
                </a:lnTo>
                <a:lnTo>
                  <a:pt x="1433135" y="8928100"/>
                </a:lnTo>
                <a:lnTo>
                  <a:pt x="1471955" y="8902700"/>
                </a:lnTo>
                <a:lnTo>
                  <a:pt x="1510897" y="8864600"/>
                </a:lnTo>
                <a:lnTo>
                  <a:pt x="1549965" y="8839200"/>
                </a:lnTo>
                <a:lnTo>
                  <a:pt x="1589168" y="8801100"/>
                </a:lnTo>
                <a:lnTo>
                  <a:pt x="1628512" y="8775700"/>
                </a:lnTo>
                <a:lnTo>
                  <a:pt x="1668003" y="8737600"/>
                </a:lnTo>
                <a:lnTo>
                  <a:pt x="1707649" y="8712200"/>
                </a:lnTo>
                <a:lnTo>
                  <a:pt x="1747456" y="8674100"/>
                </a:lnTo>
                <a:lnTo>
                  <a:pt x="1827582" y="8623300"/>
                </a:lnTo>
                <a:lnTo>
                  <a:pt x="1867913" y="8585200"/>
                </a:lnTo>
                <a:lnTo>
                  <a:pt x="1949227" y="8534400"/>
                </a:lnTo>
                <a:lnTo>
                  <a:pt x="1990165" y="8496300"/>
                </a:lnTo>
                <a:lnTo>
                  <a:pt x="2072464" y="8445500"/>
                </a:lnTo>
                <a:lnTo>
                  <a:pt x="2113819" y="8407400"/>
                </a:lnTo>
                <a:lnTo>
                  <a:pt x="2238678" y="8331200"/>
                </a:lnTo>
                <a:lnTo>
                  <a:pt x="2280552" y="8293100"/>
                </a:lnTo>
                <a:lnTo>
                  <a:pt x="2491712" y="8166100"/>
                </a:lnTo>
                <a:lnTo>
                  <a:pt x="2534283" y="8128000"/>
                </a:lnTo>
                <a:lnTo>
                  <a:pt x="3448701" y="7594600"/>
                </a:lnTo>
                <a:lnTo>
                  <a:pt x="3492988" y="7581900"/>
                </a:lnTo>
                <a:lnTo>
                  <a:pt x="3804158" y="7404100"/>
                </a:lnTo>
                <a:lnTo>
                  <a:pt x="3848743" y="7391400"/>
                </a:lnTo>
                <a:lnTo>
                  <a:pt x="4116686" y="7239000"/>
                </a:lnTo>
                <a:lnTo>
                  <a:pt x="4161390" y="7226300"/>
                </a:lnTo>
                <a:lnTo>
                  <a:pt x="4340085" y="7124700"/>
                </a:lnTo>
                <a:lnTo>
                  <a:pt x="4384782" y="7112000"/>
                </a:lnTo>
                <a:lnTo>
                  <a:pt x="4563970" y="7010400"/>
                </a:lnTo>
                <a:lnTo>
                  <a:pt x="4608869" y="6997700"/>
                </a:lnTo>
                <a:lnTo>
                  <a:pt x="4788872" y="6896100"/>
                </a:lnTo>
                <a:lnTo>
                  <a:pt x="4833976" y="6883400"/>
                </a:lnTo>
                <a:lnTo>
                  <a:pt x="4969536" y="6807200"/>
                </a:lnTo>
                <a:lnTo>
                  <a:pt x="5014807" y="6794500"/>
                </a:lnTo>
                <a:lnTo>
                  <a:pt x="5150871" y="6718300"/>
                </a:lnTo>
                <a:lnTo>
                  <a:pt x="5196311" y="6705600"/>
                </a:lnTo>
                <a:lnTo>
                  <a:pt x="5332885" y="6629400"/>
                </a:lnTo>
                <a:lnTo>
                  <a:pt x="5378496" y="6616700"/>
                </a:lnTo>
                <a:lnTo>
                  <a:pt x="5469846" y="6565900"/>
                </a:lnTo>
                <a:lnTo>
                  <a:pt x="5515586" y="6553200"/>
                </a:lnTo>
                <a:lnTo>
                  <a:pt x="5607197" y="6502400"/>
                </a:lnTo>
                <a:lnTo>
                  <a:pt x="5653068" y="6489700"/>
                </a:lnTo>
                <a:lnTo>
                  <a:pt x="5744943" y="6438900"/>
                </a:lnTo>
                <a:lnTo>
                  <a:pt x="5790946" y="6426200"/>
                </a:lnTo>
                <a:lnTo>
                  <a:pt x="5836993" y="6400800"/>
                </a:lnTo>
                <a:lnTo>
                  <a:pt x="5883085" y="6388100"/>
                </a:lnTo>
                <a:lnTo>
                  <a:pt x="5975403" y="6337300"/>
                </a:lnTo>
                <a:lnTo>
                  <a:pt x="6021630" y="6324600"/>
                </a:lnTo>
                <a:lnTo>
                  <a:pt x="6067901" y="6299200"/>
                </a:lnTo>
                <a:lnTo>
                  <a:pt x="6114217" y="6286500"/>
                </a:lnTo>
                <a:lnTo>
                  <a:pt x="6160579" y="6261100"/>
                </a:lnTo>
                <a:lnTo>
                  <a:pt x="6206986" y="6248400"/>
                </a:lnTo>
                <a:lnTo>
                  <a:pt x="6299936" y="6197600"/>
                </a:lnTo>
                <a:lnTo>
                  <a:pt x="6346480" y="6184900"/>
                </a:lnTo>
                <a:lnTo>
                  <a:pt x="6393070" y="6159500"/>
                </a:lnTo>
                <a:lnTo>
                  <a:pt x="6486388" y="6134100"/>
                </a:lnTo>
                <a:lnTo>
                  <a:pt x="6533116" y="6108700"/>
                </a:lnTo>
                <a:lnTo>
                  <a:pt x="6579891" y="6096000"/>
                </a:lnTo>
                <a:lnTo>
                  <a:pt x="6626713" y="6070600"/>
                </a:lnTo>
                <a:lnTo>
                  <a:pt x="6673581" y="6057900"/>
                </a:lnTo>
                <a:lnTo>
                  <a:pt x="6767712" y="6019800"/>
                </a:lnTo>
                <a:lnTo>
                  <a:pt x="6814965" y="5994400"/>
                </a:lnTo>
                <a:lnTo>
                  <a:pt x="6909578" y="5969000"/>
                </a:lnTo>
                <a:lnTo>
                  <a:pt x="6956938" y="5943600"/>
                </a:lnTo>
                <a:lnTo>
                  <a:pt x="7051765" y="5918200"/>
                </a:lnTo>
                <a:lnTo>
                  <a:pt x="7099231" y="5892800"/>
                </a:lnTo>
                <a:lnTo>
                  <a:pt x="7146731" y="5880100"/>
                </a:lnTo>
                <a:lnTo>
                  <a:pt x="7194266" y="5854700"/>
                </a:lnTo>
                <a:lnTo>
                  <a:pt x="7289437" y="5829300"/>
                </a:lnTo>
                <a:lnTo>
                  <a:pt x="7337072" y="5803900"/>
                </a:lnTo>
                <a:lnTo>
                  <a:pt x="7480178" y="5765800"/>
                </a:lnTo>
                <a:lnTo>
                  <a:pt x="7527945" y="5740400"/>
                </a:lnTo>
                <a:lnTo>
                  <a:pt x="7623575" y="5715000"/>
                </a:lnTo>
                <a:lnTo>
                  <a:pt x="7671437" y="5689600"/>
                </a:lnTo>
                <a:lnTo>
                  <a:pt x="7815211" y="5651500"/>
                </a:lnTo>
                <a:lnTo>
                  <a:pt x="7863197" y="5626100"/>
                </a:lnTo>
                <a:lnTo>
                  <a:pt x="8007334" y="5588000"/>
                </a:lnTo>
                <a:lnTo>
                  <a:pt x="8055438" y="5562600"/>
                </a:lnTo>
                <a:lnTo>
                  <a:pt x="8248145" y="5511800"/>
                </a:lnTo>
                <a:lnTo>
                  <a:pt x="8296392" y="5486400"/>
                </a:lnTo>
                <a:lnTo>
                  <a:pt x="8538036" y="5422900"/>
                </a:lnTo>
                <a:lnTo>
                  <a:pt x="8586445" y="5397500"/>
                </a:lnTo>
                <a:lnTo>
                  <a:pt x="8974627" y="5295900"/>
                </a:lnTo>
                <a:lnTo>
                  <a:pt x="9023259" y="5270500"/>
                </a:lnTo>
                <a:lnTo>
                  <a:pt x="10295135" y="4940300"/>
                </a:lnTo>
                <a:lnTo>
                  <a:pt x="10344304" y="4940300"/>
                </a:lnTo>
                <a:lnTo>
                  <a:pt x="10688920" y="4851400"/>
                </a:lnTo>
                <a:lnTo>
                  <a:pt x="10689012" y="4800600"/>
                </a:lnTo>
                <a:lnTo>
                  <a:pt x="10689106" y="4775200"/>
                </a:lnTo>
                <a:lnTo>
                  <a:pt x="10690147" y="4584700"/>
                </a:lnTo>
                <a:lnTo>
                  <a:pt x="10690435" y="4521200"/>
                </a:lnTo>
                <a:lnTo>
                  <a:pt x="10690548" y="4483100"/>
                </a:lnTo>
                <a:lnTo>
                  <a:pt x="10690629" y="4419600"/>
                </a:lnTo>
                <a:lnTo>
                  <a:pt x="10690773" y="4381500"/>
                </a:lnTo>
                <a:lnTo>
                  <a:pt x="10630587" y="4356100"/>
                </a:lnTo>
                <a:lnTo>
                  <a:pt x="10485002" y="4318000"/>
                </a:lnTo>
                <a:lnTo>
                  <a:pt x="10436505" y="4292600"/>
                </a:lnTo>
                <a:lnTo>
                  <a:pt x="10242682" y="4241800"/>
                </a:lnTo>
                <a:lnTo>
                  <a:pt x="10194269" y="4216400"/>
                </a:lnTo>
                <a:lnTo>
                  <a:pt x="10049135" y="4178300"/>
                </a:lnTo>
                <a:lnTo>
                  <a:pt x="10000794" y="4152900"/>
                </a:lnTo>
                <a:lnTo>
                  <a:pt x="9855881" y="4114800"/>
                </a:lnTo>
                <a:lnTo>
                  <a:pt x="9807616" y="4089400"/>
                </a:lnTo>
                <a:lnTo>
                  <a:pt x="9662938" y="4051300"/>
                </a:lnTo>
                <a:lnTo>
                  <a:pt x="9614752" y="4025900"/>
                </a:lnTo>
                <a:lnTo>
                  <a:pt x="9518444" y="4000500"/>
                </a:lnTo>
                <a:lnTo>
                  <a:pt x="9470321" y="3975100"/>
                </a:lnTo>
                <a:lnTo>
                  <a:pt x="9374141" y="3949700"/>
                </a:lnTo>
                <a:lnTo>
                  <a:pt x="9326084" y="3924300"/>
                </a:lnTo>
                <a:lnTo>
                  <a:pt x="9230037" y="3898900"/>
                </a:lnTo>
                <a:lnTo>
                  <a:pt x="9182048" y="3873500"/>
                </a:lnTo>
                <a:lnTo>
                  <a:pt x="9086140" y="3848100"/>
                </a:lnTo>
                <a:lnTo>
                  <a:pt x="9038221" y="3822700"/>
                </a:lnTo>
                <a:lnTo>
                  <a:pt x="8942455" y="3797300"/>
                </a:lnTo>
                <a:lnTo>
                  <a:pt x="8894609" y="3771900"/>
                </a:lnTo>
                <a:lnTo>
                  <a:pt x="8846787" y="3759200"/>
                </a:lnTo>
                <a:lnTo>
                  <a:pt x="8798991" y="3733800"/>
                </a:lnTo>
                <a:lnTo>
                  <a:pt x="8703474" y="3708400"/>
                </a:lnTo>
                <a:lnTo>
                  <a:pt x="8655754" y="3683000"/>
                </a:lnTo>
                <a:lnTo>
                  <a:pt x="8608060" y="3670300"/>
                </a:lnTo>
                <a:lnTo>
                  <a:pt x="8560393" y="3644900"/>
                </a:lnTo>
                <a:lnTo>
                  <a:pt x="8465139" y="3619500"/>
                </a:lnTo>
                <a:lnTo>
                  <a:pt x="8417552" y="3594100"/>
                </a:lnTo>
                <a:lnTo>
                  <a:pt x="8369993" y="3581400"/>
                </a:lnTo>
                <a:lnTo>
                  <a:pt x="8322462" y="3556000"/>
                </a:lnTo>
                <a:lnTo>
                  <a:pt x="8274958" y="3543300"/>
                </a:lnTo>
                <a:lnTo>
                  <a:pt x="8227483" y="3517900"/>
                </a:lnTo>
                <a:lnTo>
                  <a:pt x="8180036" y="3505200"/>
                </a:lnTo>
                <a:lnTo>
                  <a:pt x="8132618" y="3479800"/>
                </a:lnTo>
                <a:lnTo>
                  <a:pt x="8037870" y="3454400"/>
                </a:lnTo>
                <a:lnTo>
                  <a:pt x="7990540" y="3429000"/>
                </a:lnTo>
                <a:lnTo>
                  <a:pt x="7943240" y="3416300"/>
                </a:lnTo>
                <a:lnTo>
                  <a:pt x="7895970" y="3390900"/>
                </a:lnTo>
                <a:lnTo>
                  <a:pt x="7848731" y="3378200"/>
                </a:lnTo>
                <a:lnTo>
                  <a:pt x="7801522" y="3352800"/>
                </a:lnTo>
                <a:lnTo>
                  <a:pt x="7754344" y="3340100"/>
                </a:lnTo>
                <a:lnTo>
                  <a:pt x="7707197" y="3314700"/>
                </a:lnTo>
                <a:lnTo>
                  <a:pt x="7660082" y="3302000"/>
                </a:lnTo>
                <a:lnTo>
                  <a:pt x="7565947" y="3251200"/>
                </a:lnTo>
                <a:lnTo>
                  <a:pt x="7518928" y="3238500"/>
                </a:lnTo>
                <a:lnTo>
                  <a:pt x="7471941" y="3213100"/>
                </a:lnTo>
                <a:lnTo>
                  <a:pt x="7424987" y="3200400"/>
                </a:lnTo>
                <a:lnTo>
                  <a:pt x="7378067" y="3175000"/>
                </a:lnTo>
                <a:lnTo>
                  <a:pt x="7331179" y="3162300"/>
                </a:lnTo>
                <a:lnTo>
                  <a:pt x="7284326" y="3136900"/>
                </a:lnTo>
                <a:lnTo>
                  <a:pt x="7237506" y="3124200"/>
                </a:lnTo>
                <a:lnTo>
                  <a:pt x="7143969" y="3073400"/>
                </a:lnTo>
                <a:lnTo>
                  <a:pt x="7097252" y="3060700"/>
                </a:lnTo>
                <a:lnTo>
                  <a:pt x="7050570" y="3035300"/>
                </a:lnTo>
                <a:lnTo>
                  <a:pt x="7003924" y="3022600"/>
                </a:lnTo>
                <a:lnTo>
                  <a:pt x="6910738" y="2971800"/>
                </a:lnTo>
                <a:lnTo>
                  <a:pt x="6864199" y="2959100"/>
                </a:lnTo>
                <a:lnTo>
                  <a:pt x="6817696" y="2933700"/>
                </a:lnTo>
                <a:lnTo>
                  <a:pt x="6771230" y="2921000"/>
                </a:lnTo>
                <a:lnTo>
                  <a:pt x="6678408" y="2870200"/>
                </a:lnTo>
                <a:lnTo>
                  <a:pt x="6632053" y="2857500"/>
                </a:lnTo>
                <a:lnTo>
                  <a:pt x="6539457" y="2806700"/>
                </a:lnTo>
                <a:lnTo>
                  <a:pt x="6493216" y="2794000"/>
                </a:lnTo>
                <a:lnTo>
                  <a:pt x="6400849" y="2743200"/>
                </a:lnTo>
                <a:lnTo>
                  <a:pt x="6354724" y="2730500"/>
                </a:lnTo>
                <a:lnTo>
                  <a:pt x="6216586" y="2654300"/>
                </a:lnTo>
                <a:lnTo>
                  <a:pt x="6170620" y="2641600"/>
                </a:lnTo>
                <a:lnTo>
                  <a:pt x="6032964" y="2565400"/>
                </a:lnTo>
                <a:lnTo>
                  <a:pt x="5987160" y="2552700"/>
                </a:lnTo>
                <a:lnTo>
                  <a:pt x="5850000" y="2476500"/>
                </a:lnTo>
                <a:lnTo>
                  <a:pt x="5804364" y="2463800"/>
                </a:lnTo>
                <a:lnTo>
                  <a:pt x="5667711" y="2387600"/>
                </a:lnTo>
                <a:lnTo>
                  <a:pt x="5622247" y="2374900"/>
                </a:lnTo>
                <a:lnTo>
                  <a:pt x="5395583" y="2247900"/>
                </a:lnTo>
                <a:lnTo>
                  <a:pt x="5350383" y="2235200"/>
                </a:lnTo>
                <a:lnTo>
                  <a:pt x="5080146" y="2082800"/>
                </a:lnTo>
                <a:lnTo>
                  <a:pt x="5035269" y="2070100"/>
                </a:lnTo>
                <a:lnTo>
                  <a:pt x="4325817" y="1663700"/>
                </a:lnTo>
                <a:lnTo>
                  <a:pt x="3809443" y="1358900"/>
                </a:lnTo>
                <a:lnTo>
                  <a:pt x="3767035" y="1320800"/>
                </a:lnTo>
                <a:lnTo>
                  <a:pt x="3556456" y="1193800"/>
                </a:lnTo>
                <a:lnTo>
                  <a:pt x="3514632" y="1155700"/>
                </a:lnTo>
                <a:lnTo>
                  <a:pt x="3389750" y="1079500"/>
                </a:lnTo>
                <a:lnTo>
                  <a:pt x="3348319" y="1041400"/>
                </a:lnTo>
                <a:lnTo>
                  <a:pt x="3265754" y="990600"/>
                </a:lnTo>
                <a:lnTo>
                  <a:pt x="3224619" y="952500"/>
                </a:lnTo>
                <a:lnTo>
                  <a:pt x="3101812" y="876300"/>
                </a:lnTo>
                <a:lnTo>
                  <a:pt x="3061075" y="838200"/>
                </a:lnTo>
                <a:lnTo>
                  <a:pt x="3020438" y="812800"/>
                </a:lnTo>
                <a:lnTo>
                  <a:pt x="2979902" y="774700"/>
                </a:lnTo>
                <a:lnTo>
                  <a:pt x="2899129" y="723900"/>
                </a:lnTo>
                <a:lnTo>
                  <a:pt x="2858893" y="685800"/>
                </a:lnTo>
                <a:lnTo>
                  <a:pt x="2778725" y="635000"/>
                </a:lnTo>
                <a:lnTo>
                  <a:pt x="2738792" y="596900"/>
                </a:lnTo>
                <a:lnTo>
                  <a:pt x="2698961" y="571500"/>
                </a:lnTo>
                <a:lnTo>
                  <a:pt x="2659231" y="533400"/>
                </a:lnTo>
                <a:lnTo>
                  <a:pt x="2619602" y="508000"/>
                </a:lnTo>
                <a:lnTo>
                  <a:pt x="2580076" y="469900"/>
                </a:lnTo>
                <a:lnTo>
                  <a:pt x="2540651" y="444500"/>
                </a:lnTo>
                <a:lnTo>
                  <a:pt x="2501329" y="406400"/>
                </a:lnTo>
                <a:lnTo>
                  <a:pt x="2462109" y="381000"/>
                </a:lnTo>
                <a:lnTo>
                  <a:pt x="2422992" y="342900"/>
                </a:lnTo>
                <a:lnTo>
                  <a:pt x="2383977" y="317500"/>
                </a:lnTo>
                <a:lnTo>
                  <a:pt x="2345065" y="279400"/>
                </a:lnTo>
                <a:lnTo>
                  <a:pt x="2306256" y="254000"/>
                </a:lnTo>
                <a:lnTo>
                  <a:pt x="2267551" y="215900"/>
                </a:lnTo>
                <a:lnTo>
                  <a:pt x="2228949" y="190500"/>
                </a:lnTo>
                <a:lnTo>
                  <a:pt x="2190451" y="152400"/>
                </a:lnTo>
                <a:lnTo>
                  <a:pt x="2152056" y="127000"/>
                </a:lnTo>
                <a:lnTo>
                  <a:pt x="2075579" y="50800"/>
                </a:lnTo>
                <a:lnTo>
                  <a:pt x="2037497" y="25400"/>
                </a:lnTo>
                <a:lnTo>
                  <a:pt x="2013767" y="0"/>
                </a:lnTo>
                <a:close/>
              </a:path>
              <a:path w="10690860" h="10350500">
                <a:moveTo>
                  <a:pt x="0" y="215900"/>
                </a:moveTo>
                <a:lnTo>
                  <a:pt x="0" y="406400"/>
                </a:lnTo>
                <a:lnTo>
                  <a:pt x="121022" y="546100"/>
                </a:lnTo>
                <a:lnTo>
                  <a:pt x="254984" y="698500"/>
                </a:lnTo>
                <a:lnTo>
                  <a:pt x="390923" y="850900"/>
                </a:lnTo>
                <a:lnTo>
                  <a:pt x="563308" y="1041400"/>
                </a:lnTo>
                <a:lnTo>
                  <a:pt x="598081" y="1066800"/>
                </a:lnTo>
                <a:lnTo>
                  <a:pt x="667895" y="1143000"/>
                </a:lnTo>
                <a:lnTo>
                  <a:pt x="809993" y="1295400"/>
                </a:lnTo>
                <a:lnTo>
                  <a:pt x="845845" y="1320800"/>
                </a:lnTo>
                <a:lnTo>
                  <a:pt x="954178" y="1435100"/>
                </a:lnTo>
                <a:lnTo>
                  <a:pt x="990546" y="1460500"/>
                </a:lnTo>
                <a:lnTo>
                  <a:pt x="1100412" y="1574800"/>
                </a:lnTo>
                <a:lnTo>
                  <a:pt x="1137286" y="1600200"/>
                </a:lnTo>
                <a:lnTo>
                  <a:pt x="1211408" y="1676400"/>
                </a:lnTo>
                <a:lnTo>
                  <a:pt x="1248655" y="1701800"/>
                </a:lnTo>
                <a:lnTo>
                  <a:pt x="1323518" y="1778000"/>
                </a:lnTo>
                <a:lnTo>
                  <a:pt x="1361133" y="1803400"/>
                </a:lnTo>
                <a:lnTo>
                  <a:pt x="1436725" y="1879600"/>
                </a:lnTo>
                <a:lnTo>
                  <a:pt x="1474702" y="1905000"/>
                </a:lnTo>
                <a:lnTo>
                  <a:pt x="1551013" y="1981200"/>
                </a:lnTo>
                <a:lnTo>
                  <a:pt x="1589346" y="2006600"/>
                </a:lnTo>
                <a:lnTo>
                  <a:pt x="1627796" y="2044700"/>
                </a:lnTo>
                <a:lnTo>
                  <a:pt x="1666364" y="2070100"/>
                </a:lnTo>
                <a:lnTo>
                  <a:pt x="1705048" y="2108200"/>
                </a:lnTo>
                <a:lnTo>
                  <a:pt x="1743847" y="2133600"/>
                </a:lnTo>
                <a:lnTo>
                  <a:pt x="1782762" y="2171700"/>
                </a:lnTo>
                <a:lnTo>
                  <a:pt x="1821791" y="2197100"/>
                </a:lnTo>
                <a:lnTo>
                  <a:pt x="1860934" y="2235200"/>
                </a:lnTo>
                <a:lnTo>
                  <a:pt x="1900190" y="2260600"/>
                </a:lnTo>
                <a:lnTo>
                  <a:pt x="1939559" y="2298700"/>
                </a:lnTo>
                <a:lnTo>
                  <a:pt x="1979040" y="2324100"/>
                </a:lnTo>
                <a:lnTo>
                  <a:pt x="2018633" y="2362200"/>
                </a:lnTo>
                <a:lnTo>
                  <a:pt x="2058336" y="2387600"/>
                </a:lnTo>
                <a:lnTo>
                  <a:pt x="2098149" y="2425700"/>
                </a:lnTo>
                <a:lnTo>
                  <a:pt x="2138072" y="2451100"/>
                </a:lnTo>
                <a:lnTo>
                  <a:pt x="2178104" y="2489200"/>
                </a:lnTo>
                <a:lnTo>
                  <a:pt x="2258493" y="2540000"/>
                </a:lnTo>
                <a:lnTo>
                  <a:pt x="2298848" y="2578100"/>
                </a:lnTo>
                <a:lnTo>
                  <a:pt x="2339309" y="2603500"/>
                </a:lnTo>
                <a:lnTo>
                  <a:pt x="2379877" y="2641600"/>
                </a:lnTo>
                <a:lnTo>
                  <a:pt x="2461327" y="2692400"/>
                </a:lnTo>
                <a:lnTo>
                  <a:pt x="2502208" y="2730500"/>
                </a:lnTo>
                <a:lnTo>
                  <a:pt x="2584281" y="2781300"/>
                </a:lnTo>
                <a:lnTo>
                  <a:pt x="2625470" y="2819400"/>
                </a:lnTo>
                <a:lnTo>
                  <a:pt x="2749646" y="2895600"/>
                </a:lnTo>
                <a:lnTo>
                  <a:pt x="2791239" y="2933700"/>
                </a:lnTo>
                <a:lnTo>
                  <a:pt x="2916608" y="3009900"/>
                </a:lnTo>
                <a:lnTo>
                  <a:pt x="2958593" y="3048000"/>
                </a:lnTo>
                <a:lnTo>
                  <a:pt x="3169955" y="3175000"/>
                </a:lnTo>
                <a:lnTo>
                  <a:pt x="3212510" y="3213100"/>
                </a:lnTo>
                <a:lnTo>
                  <a:pt x="3512966" y="3390900"/>
                </a:lnTo>
                <a:lnTo>
                  <a:pt x="4260306" y="3822700"/>
                </a:lnTo>
                <a:lnTo>
                  <a:pt x="4305000" y="3835400"/>
                </a:lnTo>
                <a:lnTo>
                  <a:pt x="4529621" y="3962400"/>
                </a:lnTo>
                <a:lnTo>
                  <a:pt x="4574771" y="3975100"/>
                </a:lnTo>
                <a:lnTo>
                  <a:pt x="4710662" y="4051300"/>
                </a:lnTo>
                <a:lnTo>
                  <a:pt x="4756103" y="4064000"/>
                </a:lnTo>
                <a:lnTo>
                  <a:pt x="4847200" y="4114800"/>
                </a:lnTo>
                <a:lnTo>
                  <a:pt x="4892854" y="4127500"/>
                </a:lnTo>
                <a:lnTo>
                  <a:pt x="4984370" y="4178300"/>
                </a:lnTo>
                <a:lnTo>
                  <a:pt x="5030231" y="4191000"/>
                </a:lnTo>
                <a:lnTo>
                  <a:pt x="5076159" y="4216400"/>
                </a:lnTo>
                <a:lnTo>
                  <a:pt x="5152691" y="4254500"/>
                </a:lnTo>
                <a:lnTo>
                  <a:pt x="5240046" y="4292600"/>
                </a:lnTo>
                <a:lnTo>
                  <a:pt x="5800272" y="4546600"/>
                </a:lnTo>
                <a:lnTo>
                  <a:pt x="5895963" y="4584700"/>
                </a:lnTo>
                <a:lnTo>
                  <a:pt x="5983395" y="4622800"/>
                </a:lnTo>
                <a:lnTo>
                  <a:pt x="6023219" y="4648200"/>
                </a:lnTo>
                <a:lnTo>
                  <a:pt x="6105475" y="4673600"/>
                </a:lnTo>
                <a:lnTo>
                  <a:pt x="6150892" y="4699000"/>
                </a:lnTo>
                <a:lnTo>
                  <a:pt x="6287072" y="4762500"/>
                </a:lnTo>
                <a:lnTo>
                  <a:pt x="6332485" y="4775200"/>
                </a:lnTo>
                <a:lnTo>
                  <a:pt x="6423418" y="4826000"/>
                </a:lnTo>
                <a:lnTo>
                  <a:pt x="6468965" y="4838700"/>
                </a:lnTo>
                <a:lnTo>
                  <a:pt x="6427145" y="4864100"/>
                </a:lnTo>
                <a:lnTo>
                  <a:pt x="6384711" y="4876800"/>
                </a:lnTo>
                <a:lnTo>
                  <a:pt x="6341694" y="4902200"/>
                </a:lnTo>
                <a:lnTo>
                  <a:pt x="6254045" y="4953000"/>
                </a:lnTo>
                <a:lnTo>
                  <a:pt x="6164457" y="4991100"/>
                </a:lnTo>
                <a:lnTo>
                  <a:pt x="6073192" y="5041900"/>
                </a:lnTo>
                <a:lnTo>
                  <a:pt x="5648713" y="5245100"/>
                </a:lnTo>
                <a:lnTo>
                  <a:pt x="5266476" y="5448300"/>
                </a:lnTo>
                <a:lnTo>
                  <a:pt x="5219250" y="5461000"/>
                </a:lnTo>
                <a:lnTo>
                  <a:pt x="5032982" y="5562600"/>
                </a:lnTo>
                <a:lnTo>
                  <a:pt x="4987237" y="5575300"/>
                </a:lnTo>
                <a:lnTo>
                  <a:pt x="4852498" y="5651500"/>
                </a:lnTo>
                <a:lnTo>
                  <a:pt x="4808525" y="5664200"/>
                </a:lnTo>
                <a:lnTo>
                  <a:pt x="4722184" y="5715000"/>
                </a:lnTo>
                <a:lnTo>
                  <a:pt x="4679882" y="5727700"/>
                </a:lnTo>
                <a:lnTo>
                  <a:pt x="4638201" y="5753100"/>
                </a:lnTo>
                <a:lnTo>
                  <a:pt x="4597174" y="5765800"/>
                </a:lnTo>
                <a:lnTo>
                  <a:pt x="4556835" y="5791200"/>
                </a:lnTo>
                <a:lnTo>
                  <a:pt x="4511335" y="5816600"/>
                </a:lnTo>
                <a:lnTo>
                  <a:pt x="4465908" y="5829300"/>
                </a:lnTo>
                <a:lnTo>
                  <a:pt x="4330079" y="5905500"/>
                </a:lnTo>
                <a:lnTo>
                  <a:pt x="4284957" y="5918200"/>
                </a:lnTo>
                <a:lnTo>
                  <a:pt x="3971342" y="6096000"/>
                </a:lnTo>
                <a:lnTo>
                  <a:pt x="3926871" y="6108700"/>
                </a:lnTo>
                <a:lnTo>
                  <a:pt x="3356918" y="6438900"/>
                </a:lnTo>
                <a:lnTo>
                  <a:pt x="3313736" y="6477000"/>
                </a:lnTo>
                <a:lnTo>
                  <a:pt x="3056760" y="6629400"/>
                </a:lnTo>
                <a:lnTo>
                  <a:pt x="3014292" y="6667500"/>
                </a:lnTo>
                <a:lnTo>
                  <a:pt x="2845487" y="6769100"/>
                </a:lnTo>
                <a:lnTo>
                  <a:pt x="2803557" y="6807200"/>
                </a:lnTo>
                <a:lnTo>
                  <a:pt x="2678435" y="6883400"/>
                </a:lnTo>
                <a:lnTo>
                  <a:pt x="2636953" y="6921500"/>
                </a:lnTo>
                <a:lnTo>
                  <a:pt x="2554332" y="6972300"/>
                </a:lnTo>
                <a:lnTo>
                  <a:pt x="2513196" y="7010400"/>
                </a:lnTo>
                <a:lnTo>
                  <a:pt x="2431276" y="7061200"/>
                </a:lnTo>
                <a:lnTo>
                  <a:pt x="2390494" y="7099300"/>
                </a:lnTo>
                <a:lnTo>
                  <a:pt x="2309290" y="7150100"/>
                </a:lnTo>
                <a:lnTo>
                  <a:pt x="2268871" y="7188200"/>
                </a:lnTo>
                <a:lnTo>
                  <a:pt x="2228574" y="7213600"/>
                </a:lnTo>
                <a:lnTo>
                  <a:pt x="2188402" y="7251700"/>
                </a:lnTo>
                <a:lnTo>
                  <a:pt x="2148353" y="7277100"/>
                </a:lnTo>
                <a:lnTo>
                  <a:pt x="2108431" y="7315200"/>
                </a:lnTo>
                <a:lnTo>
                  <a:pt x="2068635" y="7340600"/>
                </a:lnTo>
                <a:lnTo>
                  <a:pt x="2028967" y="7378700"/>
                </a:lnTo>
                <a:lnTo>
                  <a:pt x="1989427" y="7404100"/>
                </a:lnTo>
                <a:lnTo>
                  <a:pt x="1950017" y="7442200"/>
                </a:lnTo>
                <a:lnTo>
                  <a:pt x="1910737" y="7467600"/>
                </a:lnTo>
                <a:lnTo>
                  <a:pt x="1871589" y="7505700"/>
                </a:lnTo>
                <a:lnTo>
                  <a:pt x="1832573" y="7531100"/>
                </a:lnTo>
                <a:lnTo>
                  <a:pt x="1793690" y="7569200"/>
                </a:lnTo>
                <a:lnTo>
                  <a:pt x="1754941" y="7594600"/>
                </a:lnTo>
                <a:lnTo>
                  <a:pt x="1716279" y="7632700"/>
                </a:lnTo>
                <a:lnTo>
                  <a:pt x="1677762" y="7658100"/>
                </a:lnTo>
                <a:lnTo>
                  <a:pt x="1601160" y="7734300"/>
                </a:lnTo>
                <a:lnTo>
                  <a:pt x="1563078" y="7759700"/>
                </a:lnTo>
                <a:lnTo>
                  <a:pt x="1487354" y="7835900"/>
                </a:lnTo>
                <a:lnTo>
                  <a:pt x="1449713" y="7861300"/>
                </a:lnTo>
                <a:lnTo>
                  <a:pt x="1374877" y="7937500"/>
                </a:lnTo>
                <a:lnTo>
                  <a:pt x="1337684" y="7962900"/>
                </a:lnTo>
                <a:lnTo>
                  <a:pt x="1227009" y="8077200"/>
                </a:lnTo>
                <a:lnTo>
                  <a:pt x="1190421" y="8102600"/>
                </a:lnTo>
                <a:lnTo>
                  <a:pt x="1045608" y="8255000"/>
                </a:lnTo>
                <a:lnTo>
                  <a:pt x="1009792" y="8280400"/>
                </a:lnTo>
                <a:lnTo>
                  <a:pt x="938631" y="8356600"/>
                </a:lnTo>
                <a:lnTo>
                  <a:pt x="903524" y="8394700"/>
                </a:lnTo>
                <a:lnTo>
                  <a:pt x="799434" y="8509000"/>
                </a:lnTo>
                <a:lnTo>
                  <a:pt x="731106" y="8585200"/>
                </a:lnTo>
                <a:lnTo>
                  <a:pt x="697274" y="8610600"/>
                </a:lnTo>
                <a:lnTo>
                  <a:pt x="630294" y="8686800"/>
                </a:lnTo>
                <a:lnTo>
                  <a:pt x="597155" y="8737600"/>
                </a:lnTo>
                <a:lnTo>
                  <a:pt x="531600" y="8813800"/>
                </a:lnTo>
                <a:lnTo>
                  <a:pt x="467035" y="8890000"/>
                </a:lnTo>
                <a:lnTo>
                  <a:pt x="403494" y="8966200"/>
                </a:lnTo>
                <a:lnTo>
                  <a:pt x="372119" y="9004300"/>
                </a:lnTo>
                <a:lnTo>
                  <a:pt x="341011" y="9042400"/>
                </a:lnTo>
                <a:lnTo>
                  <a:pt x="310177" y="9080500"/>
                </a:lnTo>
                <a:lnTo>
                  <a:pt x="279619" y="9131300"/>
                </a:lnTo>
                <a:lnTo>
                  <a:pt x="249343" y="9169400"/>
                </a:lnTo>
                <a:lnTo>
                  <a:pt x="219351" y="9207500"/>
                </a:lnTo>
                <a:lnTo>
                  <a:pt x="189649" y="9245600"/>
                </a:lnTo>
                <a:lnTo>
                  <a:pt x="160241" y="9296400"/>
                </a:lnTo>
                <a:lnTo>
                  <a:pt x="131130" y="9334500"/>
                </a:lnTo>
                <a:lnTo>
                  <a:pt x="102321" y="9372600"/>
                </a:lnTo>
                <a:lnTo>
                  <a:pt x="73818" y="9410700"/>
                </a:lnTo>
                <a:lnTo>
                  <a:pt x="45626" y="9461500"/>
                </a:lnTo>
                <a:lnTo>
                  <a:pt x="17747" y="9499600"/>
                </a:lnTo>
                <a:lnTo>
                  <a:pt x="0" y="9525000"/>
                </a:lnTo>
                <a:lnTo>
                  <a:pt x="0" y="9563100"/>
                </a:lnTo>
                <a:lnTo>
                  <a:pt x="4351" y="9550400"/>
                </a:lnTo>
                <a:lnTo>
                  <a:pt x="31839" y="9512300"/>
                </a:lnTo>
                <a:lnTo>
                  <a:pt x="59654" y="9474200"/>
                </a:lnTo>
                <a:lnTo>
                  <a:pt x="87791" y="9423400"/>
                </a:lnTo>
                <a:lnTo>
                  <a:pt x="116246" y="9385300"/>
                </a:lnTo>
                <a:lnTo>
                  <a:pt x="145013" y="9347200"/>
                </a:lnTo>
                <a:lnTo>
                  <a:pt x="174087" y="9309100"/>
                </a:lnTo>
                <a:lnTo>
                  <a:pt x="203464" y="9271000"/>
                </a:lnTo>
                <a:lnTo>
                  <a:pt x="233138" y="9220200"/>
                </a:lnTo>
                <a:lnTo>
                  <a:pt x="263105" y="9182100"/>
                </a:lnTo>
                <a:lnTo>
                  <a:pt x="293360" y="9144000"/>
                </a:lnTo>
                <a:lnTo>
                  <a:pt x="323897" y="9105900"/>
                </a:lnTo>
                <a:lnTo>
                  <a:pt x="354712" y="9067800"/>
                </a:lnTo>
                <a:lnTo>
                  <a:pt x="385801" y="9029700"/>
                </a:lnTo>
                <a:lnTo>
                  <a:pt x="417157" y="8991600"/>
                </a:lnTo>
                <a:lnTo>
                  <a:pt x="448777" y="8940800"/>
                </a:lnTo>
                <a:lnTo>
                  <a:pt x="512786" y="8864600"/>
                </a:lnTo>
                <a:lnTo>
                  <a:pt x="577788" y="8788400"/>
                </a:lnTo>
                <a:lnTo>
                  <a:pt x="643745" y="8712200"/>
                </a:lnTo>
                <a:lnTo>
                  <a:pt x="710616" y="8636000"/>
                </a:lnTo>
                <a:lnTo>
                  <a:pt x="744383" y="8610600"/>
                </a:lnTo>
                <a:lnTo>
                  <a:pt x="812552" y="8534400"/>
                </a:lnTo>
                <a:lnTo>
                  <a:pt x="916326" y="8420100"/>
                </a:lnTo>
                <a:lnTo>
                  <a:pt x="986463" y="8343900"/>
                </a:lnTo>
                <a:lnTo>
                  <a:pt x="1021803" y="8318500"/>
                </a:lnTo>
                <a:lnTo>
                  <a:pt x="1057318" y="8280400"/>
                </a:lnTo>
                <a:lnTo>
                  <a:pt x="1130197" y="8204200"/>
                </a:lnTo>
                <a:lnTo>
                  <a:pt x="1166860" y="8178800"/>
                </a:lnTo>
                <a:lnTo>
                  <a:pt x="1277740" y="8064500"/>
                </a:lnTo>
                <a:lnTo>
                  <a:pt x="1314994" y="8039100"/>
                </a:lnTo>
                <a:lnTo>
                  <a:pt x="1427630" y="7924800"/>
                </a:lnTo>
                <a:lnTo>
                  <a:pt x="1465465" y="7899400"/>
                </a:lnTo>
                <a:lnTo>
                  <a:pt x="1541565" y="7823200"/>
                </a:lnTo>
                <a:lnTo>
                  <a:pt x="1579828" y="7797800"/>
                </a:lnTo>
                <a:lnTo>
                  <a:pt x="1618234" y="7759700"/>
                </a:lnTo>
                <a:lnTo>
                  <a:pt x="1656780" y="7734300"/>
                </a:lnTo>
                <a:lnTo>
                  <a:pt x="1734294" y="7658100"/>
                </a:lnTo>
                <a:lnTo>
                  <a:pt x="1773260" y="7632700"/>
                </a:lnTo>
                <a:lnTo>
                  <a:pt x="1812364" y="7594600"/>
                </a:lnTo>
                <a:lnTo>
                  <a:pt x="1851607" y="7569200"/>
                </a:lnTo>
                <a:lnTo>
                  <a:pt x="1890987" y="7531100"/>
                </a:lnTo>
                <a:lnTo>
                  <a:pt x="1930504" y="7505700"/>
                </a:lnTo>
                <a:lnTo>
                  <a:pt x="1970157" y="7467600"/>
                </a:lnTo>
                <a:lnTo>
                  <a:pt x="2009945" y="7442200"/>
                </a:lnTo>
                <a:lnTo>
                  <a:pt x="2049868" y="7404100"/>
                </a:lnTo>
                <a:lnTo>
                  <a:pt x="2089925" y="7378700"/>
                </a:lnTo>
                <a:lnTo>
                  <a:pt x="2130116" y="7340600"/>
                </a:lnTo>
                <a:lnTo>
                  <a:pt x="2210897" y="7289800"/>
                </a:lnTo>
                <a:lnTo>
                  <a:pt x="2251485" y="7251700"/>
                </a:lnTo>
                <a:lnTo>
                  <a:pt x="2292204" y="7226300"/>
                </a:lnTo>
                <a:lnTo>
                  <a:pt x="2333054" y="7188200"/>
                </a:lnTo>
                <a:lnTo>
                  <a:pt x="2415142" y="7137400"/>
                </a:lnTo>
                <a:lnTo>
                  <a:pt x="2456379" y="7099300"/>
                </a:lnTo>
                <a:lnTo>
                  <a:pt x="2539237" y="7048500"/>
                </a:lnTo>
                <a:lnTo>
                  <a:pt x="2580857" y="7010400"/>
                </a:lnTo>
                <a:lnTo>
                  <a:pt x="2705909" y="6934200"/>
                </a:lnTo>
                <a:lnTo>
                  <a:pt x="2747485" y="6896100"/>
                </a:lnTo>
                <a:lnTo>
                  <a:pt x="2873033" y="6819900"/>
                </a:lnTo>
                <a:lnTo>
                  <a:pt x="2915148" y="6781800"/>
                </a:lnTo>
                <a:lnTo>
                  <a:pt x="3127599" y="6654800"/>
                </a:lnTo>
                <a:lnTo>
                  <a:pt x="3170448" y="6616700"/>
                </a:lnTo>
                <a:lnTo>
                  <a:pt x="3781162" y="6261100"/>
                </a:lnTo>
                <a:lnTo>
                  <a:pt x="3825460" y="6248400"/>
                </a:lnTo>
                <a:lnTo>
                  <a:pt x="4092782" y="6096000"/>
                </a:lnTo>
                <a:lnTo>
                  <a:pt x="4137568" y="6083300"/>
                </a:lnTo>
                <a:lnTo>
                  <a:pt x="4317287" y="5981700"/>
                </a:lnTo>
                <a:lnTo>
                  <a:pt x="4362348" y="5969000"/>
                </a:lnTo>
                <a:lnTo>
                  <a:pt x="4543044" y="5867400"/>
                </a:lnTo>
                <a:lnTo>
                  <a:pt x="4588319" y="5854700"/>
                </a:lnTo>
                <a:lnTo>
                  <a:pt x="4724345" y="5778500"/>
                </a:lnTo>
                <a:lnTo>
                  <a:pt x="4769747" y="5765800"/>
                </a:lnTo>
                <a:lnTo>
                  <a:pt x="4906096" y="5689600"/>
                </a:lnTo>
                <a:lnTo>
                  <a:pt x="4951585" y="5676900"/>
                </a:lnTo>
                <a:lnTo>
                  <a:pt x="5088138" y="5600700"/>
                </a:lnTo>
                <a:lnTo>
                  <a:pt x="5406944" y="5448300"/>
                </a:lnTo>
                <a:lnTo>
                  <a:pt x="5497990" y="5410200"/>
                </a:lnTo>
                <a:lnTo>
                  <a:pt x="5543493" y="5384800"/>
                </a:lnTo>
                <a:lnTo>
                  <a:pt x="5588981" y="5372100"/>
                </a:lnTo>
                <a:lnTo>
                  <a:pt x="6669419" y="4838700"/>
                </a:lnTo>
                <a:lnTo>
                  <a:pt x="6490397" y="4762500"/>
                </a:lnTo>
                <a:lnTo>
                  <a:pt x="6399733" y="4711700"/>
                </a:lnTo>
                <a:lnTo>
                  <a:pt x="6262608" y="4648200"/>
                </a:lnTo>
                <a:lnTo>
                  <a:pt x="6124463" y="4597400"/>
                </a:lnTo>
                <a:lnTo>
                  <a:pt x="5985672" y="4533900"/>
                </a:lnTo>
                <a:lnTo>
                  <a:pt x="5800260" y="4445000"/>
                </a:lnTo>
                <a:lnTo>
                  <a:pt x="5115854" y="4140200"/>
                </a:lnTo>
                <a:lnTo>
                  <a:pt x="5024573" y="4089400"/>
                </a:lnTo>
                <a:lnTo>
                  <a:pt x="4979036" y="4076700"/>
                </a:lnTo>
                <a:lnTo>
                  <a:pt x="4842847" y="4000500"/>
                </a:lnTo>
                <a:lnTo>
                  <a:pt x="4797593" y="3987800"/>
                </a:lnTo>
                <a:lnTo>
                  <a:pt x="4662267" y="3911600"/>
                </a:lnTo>
                <a:lnTo>
                  <a:pt x="4617306" y="3898900"/>
                </a:lnTo>
                <a:lnTo>
                  <a:pt x="4438216" y="3797300"/>
                </a:lnTo>
                <a:lnTo>
                  <a:pt x="4393635" y="3784600"/>
                </a:lnTo>
                <a:lnTo>
                  <a:pt x="3995981" y="3556000"/>
                </a:lnTo>
                <a:lnTo>
                  <a:pt x="3952206" y="3543300"/>
                </a:lnTo>
                <a:lnTo>
                  <a:pt x="3648163" y="3365500"/>
                </a:lnTo>
                <a:lnTo>
                  <a:pt x="3605076" y="3327400"/>
                </a:lnTo>
                <a:lnTo>
                  <a:pt x="3221367" y="3098800"/>
                </a:lnTo>
                <a:lnTo>
                  <a:pt x="3179197" y="3060700"/>
                </a:lnTo>
                <a:lnTo>
                  <a:pt x="3011469" y="2959100"/>
                </a:lnTo>
                <a:lnTo>
                  <a:pt x="2969779" y="2921000"/>
                </a:lnTo>
                <a:lnTo>
                  <a:pt x="2845300" y="2844800"/>
                </a:lnTo>
                <a:lnTo>
                  <a:pt x="2804006" y="2806700"/>
                </a:lnTo>
                <a:lnTo>
                  <a:pt x="2680729" y="2730500"/>
                </a:lnTo>
                <a:lnTo>
                  <a:pt x="2639841" y="2692400"/>
                </a:lnTo>
                <a:lnTo>
                  <a:pt x="2558373" y="2641600"/>
                </a:lnTo>
                <a:lnTo>
                  <a:pt x="2517795" y="2603500"/>
                </a:lnTo>
                <a:lnTo>
                  <a:pt x="2477321" y="2578100"/>
                </a:lnTo>
                <a:lnTo>
                  <a:pt x="2436954" y="2540000"/>
                </a:lnTo>
                <a:lnTo>
                  <a:pt x="2356536" y="2489200"/>
                </a:lnTo>
                <a:lnTo>
                  <a:pt x="2316488" y="2451100"/>
                </a:lnTo>
                <a:lnTo>
                  <a:pt x="2236716" y="2400300"/>
                </a:lnTo>
                <a:lnTo>
                  <a:pt x="2196993" y="2362200"/>
                </a:lnTo>
                <a:lnTo>
                  <a:pt x="2157380" y="2336800"/>
                </a:lnTo>
                <a:lnTo>
                  <a:pt x="2117877" y="2298700"/>
                </a:lnTo>
                <a:lnTo>
                  <a:pt x="2078485" y="2273300"/>
                </a:lnTo>
                <a:lnTo>
                  <a:pt x="2039204" y="2235200"/>
                </a:lnTo>
                <a:lnTo>
                  <a:pt x="2000035" y="2209800"/>
                </a:lnTo>
                <a:lnTo>
                  <a:pt x="1960980" y="2171700"/>
                </a:lnTo>
                <a:lnTo>
                  <a:pt x="1922037" y="2146300"/>
                </a:lnTo>
                <a:lnTo>
                  <a:pt x="1883208" y="2108200"/>
                </a:lnTo>
                <a:lnTo>
                  <a:pt x="1844494" y="2082800"/>
                </a:lnTo>
                <a:lnTo>
                  <a:pt x="1805895" y="2044700"/>
                </a:lnTo>
                <a:lnTo>
                  <a:pt x="1767412" y="2019300"/>
                </a:lnTo>
                <a:lnTo>
                  <a:pt x="1690796" y="1943100"/>
                </a:lnTo>
                <a:lnTo>
                  <a:pt x="1652664" y="1917700"/>
                </a:lnTo>
                <a:lnTo>
                  <a:pt x="1614650" y="1879600"/>
                </a:lnTo>
                <a:lnTo>
                  <a:pt x="1576755" y="1854200"/>
                </a:lnTo>
                <a:lnTo>
                  <a:pt x="1501323" y="1778000"/>
                </a:lnTo>
                <a:lnTo>
                  <a:pt x="1463788" y="1752600"/>
                </a:lnTo>
                <a:lnTo>
                  <a:pt x="1426375" y="1714500"/>
                </a:lnTo>
                <a:lnTo>
                  <a:pt x="1389083" y="1689100"/>
                </a:lnTo>
                <a:lnTo>
                  <a:pt x="1277945" y="1574800"/>
                </a:lnTo>
                <a:lnTo>
                  <a:pt x="1241147" y="1549400"/>
                </a:lnTo>
                <a:lnTo>
                  <a:pt x="1167926" y="1473200"/>
                </a:lnTo>
                <a:lnTo>
                  <a:pt x="1131504" y="1447800"/>
                </a:lnTo>
                <a:lnTo>
                  <a:pt x="1022728" y="1333500"/>
                </a:lnTo>
                <a:lnTo>
                  <a:pt x="986727" y="1308100"/>
                </a:lnTo>
                <a:lnTo>
                  <a:pt x="808679" y="1117600"/>
                </a:lnTo>
                <a:lnTo>
                  <a:pt x="773465" y="1092200"/>
                </a:lnTo>
                <a:lnTo>
                  <a:pt x="633947" y="939800"/>
                </a:lnTo>
                <a:lnTo>
                  <a:pt x="496596" y="787400"/>
                </a:lnTo>
                <a:lnTo>
                  <a:pt x="361450" y="635000"/>
                </a:lnTo>
                <a:lnTo>
                  <a:pt x="228546" y="482600"/>
                </a:lnTo>
                <a:lnTo>
                  <a:pt x="130361" y="368300"/>
                </a:lnTo>
                <a:lnTo>
                  <a:pt x="33473" y="254000"/>
                </a:lnTo>
                <a:lnTo>
                  <a:pt x="0" y="215900"/>
                </a:lnTo>
                <a:close/>
              </a:path>
            </a:pathLst>
          </a:custGeom>
          <a:solidFill>
            <a:srgbClr val="0FA8DF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"/>
          <p:cNvSpPr txBox="1"/>
          <p:nvPr userDrawn="1"/>
        </p:nvSpPr>
        <p:spPr>
          <a:xfrm>
            <a:off x="406110" y="2396244"/>
            <a:ext cx="1902484" cy="421640"/>
          </a:xfrm>
          <a:prstGeom prst="rect">
            <a:avLst/>
          </a:prstGeom>
        </p:spPr>
        <p:txBody>
          <a:bodyPr vert="horz" wrap="square" lIns="0" tIns="12654" rIns="0" bIns="0" rtlCol="0">
            <a:spAutoFit/>
          </a:bodyPr>
          <a:lstStyle>
            <a:defPPr>
              <a:defRPr kern="0"/>
            </a:defPPr>
          </a:lstStyle>
          <a:p>
            <a:pPr marL="12654">
              <a:lnSpc>
                <a:spcPct val="100000"/>
              </a:lnSpc>
              <a:spcBef>
                <a:spcPts val="100"/>
              </a:spcBef>
            </a:pPr>
            <a:r>
              <a:rPr sz="2591" b="1" dirty="0">
                <a:solidFill>
                  <a:srgbClr val="FFFFFF"/>
                </a:solidFill>
                <a:latin typeface="Segoe UI Semibold" panose="020B0702040204020203" pitchFamily="34" charset="0"/>
                <a:cs typeface="Gotham"/>
              </a:rPr>
              <a:t>Thank</a:t>
            </a:r>
            <a:r>
              <a:rPr sz="2591" b="1" spc="-10" dirty="0">
                <a:solidFill>
                  <a:srgbClr val="FFFFFF"/>
                </a:solidFill>
                <a:latin typeface="Segoe UI Semibold" panose="020B0702040204020203" pitchFamily="34" charset="0"/>
                <a:cs typeface="Gotham"/>
              </a:rPr>
              <a:t> </a:t>
            </a:r>
            <a:r>
              <a:rPr sz="2591" b="1" spc="-20" dirty="0">
                <a:solidFill>
                  <a:srgbClr val="FFFFFF"/>
                </a:solidFill>
                <a:latin typeface="Segoe UI Semibold" panose="020B0702040204020203" pitchFamily="34" charset="0"/>
                <a:cs typeface="Gotham"/>
              </a:rPr>
              <a:t>You!</a:t>
            </a:r>
            <a:endParaRPr sz="2591" dirty="0">
              <a:latin typeface="Segoe UI Semibold" panose="020B0702040204020203" pitchFamily="34" charset="0"/>
              <a:cs typeface="Gotham"/>
            </a:endParaRPr>
          </a:p>
        </p:txBody>
      </p:sp>
      <p:sp>
        <p:nvSpPr>
          <p:cNvPr id="37" name="object 7"/>
          <p:cNvSpPr/>
          <p:nvPr userDrawn="1"/>
        </p:nvSpPr>
        <p:spPr>
          <a:xfrm>
            <a:off x="0" y="5069406"/>
            <a:ext cx="9110663" cy="55045"/>
          </a:xfrm>
          <a:custGeom>
            <a:avLst/>
            <a:gdLst/>
            <a:ahLst/>
            <a:cxnLst/>
            <a:rect l="l" t="t" r="r" b="b"/>
            <a:pathLst>
              <a:path w="20104100" h="113029">
                <a:moveTo>
                  <a:pt x="20104099" y="0"/>
                </a:moveTo>
                <a:lnTo>
                  <a:pt x="0" y="0"/>
                </a:lnTo>
                <a:lnTo>
                  <a:pt x="0" y="112991"/>
                </a:lnTo>
                <a:lnTo>
                  <a:pt x="20104099" y="112991"/>
                </a:lnTo>
                <a:lnTo>
                  <a:pt x="20104099" y="0"/>
                </a:lnTo>
                <a:close/>
              </a:path>
            </a:pathLst>
          </a:custGeom>
          <a:gradFill>
            <a:gsLst>
              <a:gs pos="0">
                <a:srgbClr val="00AAE5"/>
              </a:gs>
              <a:gs pos="100000">
                <a:srgbClr val="00A56B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>
              <a:solidFill>
                <a:srgbClr val="00A56B"/>
              </a:solidFill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065845" y="47626"/>
            <a:ext cx="1968896" cy="713701"/>
            <a:chOff x="7091700" y="47625"/>
            <a:chExt cx="1976100" cy="713701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1700" y="231032"/>
              <a:ext cx="1342800" cy="318986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 userDrawn="1"/>
          </p:nvCxnSpPr>
          <p:spPr>
            <a:xfrm>
              <a:off x="8534400" y="123825"/>
              <a:ext cx="0" cy="533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51" t="6878" r="9851" b="2417"/>
            <a:stretch/>
          </p:blipFill>
          <p:spPr>
            <a:xfrm>
              <a:off x="8646600" y="47625"/>
              <a:ext cx="421200" cy="713701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 userDrawn="1"/>
        </p:nvGrpSpPr>
        <p:grpSpPr>
          <a:xfrm>
            <a:off x="7374731" y="4298370"/>
            <a:ext cx="1530643" cy="688417"/>
            <a:chOff x="10502882" y="5952446"/>
            <a:chExt cx="1530643" cy="688417"/>
          </a:xfrm>
        </p:grpSpPr>
        <p:sp>
          <p:nvSpPr>
            <p:cNvPr id="18" name="object 23"/>
            <p:cNvSpPr txBox="1"/>
            <p:nvPr userDrawn="1"/>
          </p:nvSpPr>
          <p:spPr>
            <a:xfrm>
              <a:off x="10507451" y="5952446"/>
              <a:ext cx="1481667" cy="222220"/>
            </a:xfrm>
            <a:prstGeom prst="rect">
              <a:avLst/>
            </a:prstGeom>
          </p:spPr>
          <p:txBody>
            <a:bodyPr vert="horz" wrap="square" lIns="0" tIns="16934" rIns="0" bIns="0" rtlCol="0">
              <a:spAutoFit/>
            </a:bodyPr>
            <a:lstStyle>
              <a:defPPr>
                <a:defRPr kern="0"/>
              </a:defPPr>
            </a:lstStyle>
            <a:p>
              <a:pPr marL="16935">
                <a:spcBef>
                  <a:spcPts val="134"/>
                </a:spcBef>
              </a:pPr>
              <a:r>
                <a:rPr sz="1333" dirty="0">
                  <a:solidFill>
                    <a:srgbClr val="FFFFFF"/>
                  </a:solidFill>
                  <a:latin typeface="Segoe UI Semibold" panose="020B0702040204020203" pitchFamily="34" charset="0"/>
                  <a:cs typeface="Gotham"/>
                </a:rPr>
                <a:t>Connect</a:t>
              </a:r>
              <a:r>
                <a:rPr sz="1333" spc="80" dirty="0">
                  <a:solidFill>
                    <a:srgbClr val="FFFFFF"/>
                  </a:solidFill>
                  <a:latin typeface="Segoe UI Semibold" panose="020B0702040204020203" pitchFamily="34" charset="0"/>
                  <a:cs typeface="Gotham"/>
                </a:rPr>
                <a:t> </a:t>
              </a:r>
              <a:r>
                <a:rPr sz="1333" dirty="0">
                  <a:solidFill>
                    <a:srgbClr val="FFFFFF"/>
                  </a:solidFill>
                  <a:latin typeface="Segoe UI Semibold" panose="020B0702040204020203" pitchFamily="34" charset="0"/>
                  <a:cs typeface="Gotham"/>
                </a:rPr>
                <a:t>with</a:t>
              </a:r>
              <a:r>
                <a:rPr sz="1333" spc="80" dirty="0">
                  <a:solidFill>
                    <a:srgbClr val="FFFFFF"/>
                  </a:solidFill>
                  <a:latin typeface="Segoe UI Semibold" panose="020B0702040204020203" pitchFamily="34" charset="0"/>
                  <a:cs typeface="Gotham"/>
                </a:rPr>
                <a:t> </a:t>
              </a:r>
              <a:r>
                <a:rPr sz="1333" spc="-33" dirty="0">
                  <a:solidFill>
                    <a:srgbClr val="FFFFFF"/>
                  </a:solidFill>
                  <a:latin typeface="Segoe UI Semibold" panose="020B0702040204020203" pitchFamily="34" charset="0"/>
                  <a:cs typeface="Gotham"/>
                </a:rPr>
                <a:t>us:</a:t>
              </a:r>
              <a:endParaRPr sz="1333" dirty="0">
                <a:solidFill>
                  <a:prstClr val="black"/>
                </a:solidFill>
                <a:latin typeface="Segoe UI Semibold" panose="020B0702040204020203" pitchFamily="34" charset="0"/>
                <a:cs typeface="Gotham"/>
              </a:endParaRPr>
            </a:p>
          </p:txBody>
        </p:sp>
        <p:pic>
          <p:nvPicPr>
            <p:cNvPr id="19" name="Picture 18">
              <a:hlinkClick r:id="rId4"/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2882" y="6308296"/>
              <a:ext cx="240000" cy="240892"/>
            </a:xfrm>
            <a:prstGeom prst="rect">
              <a:avLst/>
            </a:prstGeom>
          </p:spPr>
        </p:pic>
        <p:pic>
          <p:nvPicPr>
            <p:cNvPr id="20" name="Picture 3" descr="https://contentmen.in/welspun/new/ig.png">
              <a:hlinkClick r:id="rId6"/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2110" y="6244275"/>
              <a:ext cx="368933" cy="368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https://contentmen.in/welspun/new/fb.png">
              <a:hlinkClick r:id="rId8"/>
            </p:cNvPr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57482" y="6216622"/>
              <a:ext cx="424241" cy="424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5" descr="https://contentmen.in/welspun/new/x.png">
              <a:hlinkClick r:id="rId10"/>
            </p:cNvPr>
            <p:cNvPicPr>
              <a:picLocks noChangeAspect="1" noChangeArrowheads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26415" y="6255414"/>
              <a:ext cx="385449" cy="385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11748396" y="6359237"/>
              <a:ext cx="285129" cy="19821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00080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130" y="126366"/>
            <a:ext cx="7135402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130" y="962025"/>
            <a:ext cx="8735601" cy="3641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7063" y="4749800"/>
            <a:ext cx="2049462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53B62-B20A-460E-91AE-67A3741D349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7838" y="4749800"/>
            <a:ext cx="30749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34138" y="4749800"/>
            <a:ext cx="2049462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D539A-3279-4586-A668-A8B611D5D09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bject 7"/>
          <p:cNvSpPr/>
          <p:nvPr userDrawn="1"/>
        </p:nvSpPr>
        <p:spPr>
          <a:xfrm>
            <a:off x="0" y="5069406"/>
            <a:ext cx="9110663" cy="55045"/>
          </a:xfrm>
          <a:custGeom>
            <a:avLst/>
            <a:gdLst/>
            <a:ahLst/>
            <a:cxnLst/>
            <a:rect l="l" t="t" r="r" b="b"/>
            <a:pathLst>
              <a:path w="20104100" h="113029">
                <a:moveTo>
                  <a:pt x="20104099" y="0"/>
                </a:moveTo>
                <a:lnTo>
                  <a:pt x="0" y="0"/>
                </a:lnTo>
                <a:lnTo>
                  <a:pt x="0" y="112991"/>
                </a:lnTo>
                <a:lnTo>
                  <a:pt x="20104099" y="112991"/>
                </a:lnTo>
                <a:lnTo>
                  <a:pt x="20104099" y="0"/>
                </a:lnTo>
                <a:close/>
              </a:path>
            </a:pathLst>
          </a:custGeom>
          <a:gradFill>
            <a:gsLst>
              <a:gs pos="0">
                <a:srgbClr val="00AAE5"/>
              </a:gs>
              <a:gs pos="100000">
                <a:srgbClr val="00A56B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>
              <a:solidFill>
                <a:srgbClr val="00A56B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252" y="250964"/>
            <a:ext cx="1336737" cy="3187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1" t="6877" r="9851" b="2416"/>
          <a:stretch/>
        </p:blipFill>
        <p:spPr>
          <a:xfrm>
            <a:off x="8634358" y="53085"/>
            <a:ext cx="420116" cy="714467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8579208" y="88265"/>
            <a:ext cx="0" cy="5334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older 6"/>
          <p:cNvSpPr txBox="1">
            <a:spLocks/>
          </p:cNvSpPr>
          <p:nvPr userDrawn="1"/>
        </p:nvSpPr>
        <p:spPr>
          <a:xfrm>
            <a:off x="6776359" y="4820191"/>
            <a:ext cx="2095452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r">
              <a:defRPr sz="1200">
                <a:solidFill>
                  <a:srgbClr val="272F7D"/>
                </a:solidFill>
              </a:defRPr>
            </a:lvl1pPr>
          </a:lstStyle>
          <a:p>
            <a:r>
              <a:rPr lang="en-IN" sz="1196" dirty="0" err="1"/>
              <a:t>Ek</a:t>
            </a:r>
            <a:r>
              <a:rPr lang="en-IN" sz="1196" dirty="0"/>
              <a:t> </a:t>
            </a:r>
            <a:r>
              <a:rPr lang="en-IN" sz="1196" dirty="0" err="1"/>
              <a:t>Welspun</a:t>
            </a:r>
            <a:r>
              <a:rPr lang="en-IN" sz="1196" dirty="0"/>
              <a:t> </a:t>
            </a:r>
            <a:r>
              <a:rPr lang="en-IN" sz="1196" dirty="0" err="1"/>
              <a:t>Ek</a:t>
            </a:r>
            <a:r>
              <a:rPr lang="en-IN" sz="1196" dirty="0"/>
              <a:t> Process</a:t>
            </a:r>
          </a:p>
        </p:txBody>
      </p:sp>
    </p:spTree>
    <p:extLst>
      <p:ext uri="{BB962C8B-B14F-4D97-AF65-F5344CB8AC3E}">
        <p14:creationId xmlns:p14="http://schemas.microsoft.com/office/powerpoint/2010/main" val="163092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9" r:id="rId5"/>
    <p:sldLayoutId id="2147483700" r:id="rId6"/>
    <p:sldLayoutId id="2147483701" r:id="rId7"/>
    <p:sldLayoutId id="214748370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731" y="1190625"/>
            <a:ext cx="6834187" cy="111442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sz="4000" dirty="0">
                <a:latin typeface="Cambria" panose="02040503050406030204" pitchFamily="18" charset="0"/>
                <a:ea typeface="Cambria" panose="02040503050406030204" pitchFamily="18" charset="0"/>
              </a:rPr>
              <a:t>WUSA - PDF Merge Tool</a:t>
            </a:r>
            <a:br>
              <a:rPr lang="en-US" sz="4000" dirty="0"/>
            </a:br>
            <a:r>
              <a:rPr lang="en-IN" sz="1600" dirty="0">
                <a:solidFill>
                  <a:schemeClr val="bg2">
                    <a:lumMod val="90000"/>
                  </a:schemeClr>
                </a:solidFill>
              </a:rPr>
              <a:t>Automation of BL, CI, PL, SB PDF Handling</a:t>
            </a:r>
            <a:endParaRPr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6731" y="3095625"/>
            <a:ext cx="6834187" cy="123825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dirty="0"/>
              <a:t>PRESENTED BY: JAY DAMANIA</a:t>
            </a:r>
          </a:p>
          <a:p>
            <a:pPr algn="l">
              <a:lnSpc>
                <a:spcPct val="100000"/>
              </a:lnSpc>
            </a:pPr>
            <a:r>
              <a:rPr sz="1500" dirty="0"/>
              <a:t>DATE: 0</a:t>
            </a:r>
            <a:r>
              <a:rPr lang="en-US" sz="1500" dirty="0"/>
              <a:t>3</a:t>
            </a:r>
            <a:r>
              <a:rPr sz="1500" dirty="0"/>
              <a:t>-10-2025</a:t>
            </a:r>
          </a:p>
          <a:p>
            <a:pPr algn="l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My Manager: Mr. KRUNAL MAHYAVANSHI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30" y="106701"/>
            <a:ext cx="7135402" cy="561341"/>
          </a:xfrm>
        </p:spPr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30" y="981689"/>
            <a:ext cx="8735601" cy="3641888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rgbClr val="003366"/>
                </a:solidFill>
              </a:rPr>
              <a:t>Manual Process (Before Automation)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rgbClr val="003366"/>
                </a:solidFill>
              </a:rPr>
              <a:t>Automated Process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rgbClr val="003366"/>
                </a:solidFill>
              </a:rPr>
              <a:t>Python Workflow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rgbClr val="003366"/>
                </a:solidFill>
              </a:rPr>
              <a:t>Time Comparison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30" y="106700"/>
            <a:ext cx="7135402" cy="561341"/>
          </a:xfrm>
        </p:spPr>
        <p:txBody>
          <a:bodyPr/>
          <a:lstStyle/>
          <a:p>
            <a:r>
              <a:rPr dirty="0"/>
              <a:t>📌 Manual Process (Before Automation)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3130" y="115975"/>
            <a:ext cx="7135402" cy="561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/>
          </a:p>
        </p:txBody>
      </p:sp>
      <p:sp>
        <p:nvSpPr>
          <p:cNvPr id="20" name="Right Arrow 19"/>
          <p:cNvSpPr/>
          <p:nvPr/>
        </p:nvSpPr>
        <p:spPr>
          <a:xfrm rot="5400000">
            <a:off x="6868082" y="1979379"/>
            <a:ext cx="632297" cy="3810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 rot="10800000">
            <a:off x="2726530" y="3498766"/>
            <a:ext cx="565309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 rot="10800000">
            <a:off x="5469726" y="3498768"/>
            <a:ext cx="609604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079331" y="3193967"/>
            <a:ext cx="2177891" cy="891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US" sz="1400" b="1" dirty="0"/>
              <a:t>Merge PKL + INS manually using Acrobat</a:t>
            </a:r>
            <a:endParaRPr lang="en-US" dirty="0"/>
          </a:p>
        </p:txBody>
      </p:sp>
      <p:sp>
        <p:nvSpPr>
          <p:cNvPr id="35" name="Rounded Rectangle 34"/>
          <p:cNvSpPr/>
          <p:nvPr/>
        </p:nvSpPr>
        <p:spPr>
          <a:xfrm>
            <a:off x="3291840" y="3193967"/>
            <a:ext cx="2177891" cy="891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US" sz="1400" b="1" dirty="0"/>
              <a:t>Merge OTHER documents (CLP + FSI &amp; TVW + SA) using Acrobat</a:t>
            </a:r>
            <a:endParaRPr lang="en-US" dirty="0"/>
          </a:p>
        </p:txBody>
      </p:sp>
      <p:sp>
        <p:nvSpPr>
          <p:cNvPr id="40" name="Rounded Rectangle 39"/>
          <p:cNvSpPr/>
          <p:nvPr/>
        </p:nvSpPr>
        <p:spPr>
          <a:xfrm>
            <a:off x="548640" y="3194524"/>
            <a:ext cx="2177891" cy="891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IN" sz="1400" b="1" dirty="0"/>
              <a:t>Handle multiple subfolders separately</a:t>
            </a:r>
            <a:endParaRPr lang="en-US" dirty="0"/>
          </a:p>
        </p:txBody>
      </p:sp>
      <p:sp>
        <p:nvSpPr>
          <p:cNvPr id="46" name="Right Arrow 45"/>
          <p:cNvSpPr/>
          <p:nvPr/>
        </p:nvSpPr>
        <p:spPr>
          <a:xfrm>
            <a:off x="5469728" y="1952625"/>
            <a:ext cx="565312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ight Arrow 46"/>
          <p:cNvSpPr/>
          <p:nvPr/>
        </p:nvSpPr>
        <p:spPr>
          <a:xfrm rot="5400000">
            <a:off x="6868082" y="1979380"/>
            <a:ext cx="632297" cy="3810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2726528" y="1952626"/>
            <a:ext cx="565310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 rot="5400000">
            <a:off x="6868082" y="2665179"/>
            <a:ext cx="632297" cy="3810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291840" y="1647826"/>
            <a:ext cx="2177891" cy="891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US" sz="1400" b="1" dirty="0"/>
              <a:t>Take BL PDF → rename with Flow No.</a:t>
            </a:r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6035040" y="1647826"/>
            <a:ext cx="2177891" cy="891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US" sz="1400" b="1" dirty="0"/>
              <a:t>Manually merge all SB copies for that shipment</a:t>
            </a:r>
            <a:endParaRPr lang="en-US" dirty="0"/>
          </a:p>
        </p:txBody>
      </p:sp>
      <p:sp>
        <p:nvSpPr>
          <p:cNvPr id="37" name="Rounded Rectangle 36"/>
          <p:cNvSpPr/>
          <p:nvPr/>
        </p:nvSpPr>
        <p:spPr>
          <a:xfrm>
            <a:off x="548637" y="1647825"/>
            <a:ext cx="2177891" cy="891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US" sz="1400" b="1" dirty="0"/>
              <a:t>Take CI PDF → rename with Flow No.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63129" y="76219"/>
            <a:ext cx="7135402" cy="561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📌 Automated Process</a:t>
            </a:r>
            <a:endParaRPr lang="en-US" sz="2800" b="1" dirty="0">
              <a:solidFill>
                <a:srgbClr val="000000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 rot="10800000">
            <a:off x="2758439" y="2714625"/>
            <a:ext cx="565309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 rot="10800000">
            <a:off x="5501635" y="2714626"/>
            <a:ext cx="609604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11240" y="2409825"/>
            <a:ext cx="2177891" cy="891699"/>
          </a:xfrm>
          <a:prstGeom prst="round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IN" sz="1400" b="1" dirty="0"/>
              <a:t>Auto-merge OTHER (CLP + FSI + SA)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3291840" y="2409825"/>
            <a:ext cx="2209794" cy="891699"/>
          </a:xfrm>
          <a:prstGeom prst="round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US" dirty="0"/>
              <a:t>Auto-Merge PKL + 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549" y="2432526"/>
            <a:ext cx="2177891" cy="891699"/>
          </a:xfrm>
          <a:prstGeom prst="round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IN" sz="1400" b="1" dirty="0"/>
              <a:t>Auto-rename &amp; save as per Excel rules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2758437" y="1266825"/>
            <a:ext cx="565310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5501637" y="1266825"/>
            <a:ext cx="565312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 rot="5400000">
            <a:off x="6926738" y="1952629"/>
            <a:ext cx="578804" cy="3810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80549" y="962025"/>
            <a:ext cx="2177891" cy="891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/>
            <a:r>
              <a:rPr lang="en-US" sz="1400" b="1" dirty="0">
                <a:solidFill>
                  <a:srgbClr val="003366"/>
                </a:solidFill>
              </a:rPr>
              <a:t>Users only need to provide data from the tracker in WUSA DMS.xlsm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3749" y="962025"/>
            <a:ext cx="2177891" cy="891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IN" sz="1400" b="1" dirty="0"/>
              <a:t>Run Python script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6066949" y="962025"/>
            <a:ext cx="2177891" cy="891699"/>
          </a:xfrm>
          <a:prstGeom prst="round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it-IT" sz="1400" b="1" dirty="0"/>
              <a:t>Auto-detect BL, CI, PL, SB PDFs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548640" y="3857625"/>
            <a:ext cx="2177891" cy="891699"/>
          </a:xfrm>
          <a:prstGeom prst="round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IN" sz="1400" b="1" dirty="0"/>
              <a:t>Auto-merge SB copies</a:t>
            </a:r>
            <a:endParaRPr lang="en-US" dirty="0"/>
          </a:p>
        </p:txBody>
      </p:sp>
      <p:sp>
        <p:nvSpPr>
          <p:cNvPr id="28" name="Right Arrow 27"/>
          <p:cNvSpPr/>
          <p:nvPr/>
        </p:nvSpPr>
        <p:spPr>
          <a:xfrm rot="5400000">
            <a:off x="1316554" y="3438802"/>
            <a:ext cx="533953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2726531" y="4162425"/>
            <a:ext cx="565310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91840" y="3857625"/>
            <a:ext cx="2209794" cy="891699"/>
          </a:xfrm>
          <a:prstGeom prst="round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US" sz="1400" b="1" dirty="0"/>
              <a:t>Save all outputs into Bank folder</a:t>
            </a:r>
            <a:endParaRPr lang="en-US" dirty="0"/>
          </a:p>
        </p:txBody>
      </p:sp>
      <p:sp>
        <p:nvSpPr>
          <p:cNvPr id="2" name="Right Arrow 17">
            <a:extLst>
              <a:ext uri="{FF2B5EF4-FFF2-40B4-BE49-F238E27FC236}">
                <a16:creationId xmlns:a16="http://schemas.microsoft.com/office/drawing/2014/main" id="{2728F502-4EFE-A1CB-FA7C-FE4332F586FA}"/>
              </a:ext>
            </a:extLst>
          </p:cNvPr>
          <p:cNvSpPr/>
          <p:nvPr/>
        </p:nvSpPr>
        <p:spPr>
          <a:xfrm>
            <a:off x="5501634" y="4108926"/>
            <a:ext cx="609609" cy="304800"/>
          </a:xfrm>
          <a:prstGeom prst="rightArrow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1">
            <a:extLst>
              <a:ext uri="{FF2B5EF4-FFF2-40B4-BE49-F238E27FC236}">
                <a16:creationId xmlns:a16="http://schemas.microsoft.com/office/drawing/2014/main" id="{C71C04E5-ADB1-18EE-3342-4D4FC5EB9E6B}"/>
              </a:ext>
            </a:extLst>
          </p:cNvPr>
          <p:cNvSpPr/>
          <p:nvPr/>
        </p:nvSpPr>
        <p:spPr>
          <a:xfrm>
            <a:off x="6111239" y="3815476"/>
            <a:ext cx="2177891" cy="891699"/>
          </a:xfrm>
          <a:prstGeom prst="round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lang="en-IN" sz="1400" b="1" dirty="0"/>
              <a:t>Generate logs with ✅, ❌, ⚠️ remarks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30" y="106701"/>
            <a:ext cx="7135402" cy="561341"/>
          </a:xfrm>
        </p:spPr>
        <p:txBody>
          <a:bodyPr/>
          <a:lstStyle/>
          <a:p>
            <a:r>
              <a:t>⚡ Python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5171" y="885825"/>
            <a:ext cx="8534960" cy="3733800"/>
          </a:xfrm>
          <a:prstGeom prst="round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rtlCol="0" anchor="ctr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003366"/>
                </a:solidFill>
              </a:rPr>
              <a:t>Reads BL, SB, and output names from Excel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003366"/>
                </a:solidFill>
              </a:rPr>
              <a:t>Searches PDFs by matching patterns (BL, INV, CLP, PKL, SB)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003366"/>
                </a:solidFill>
              </a:rPr>
              <a:t>Ignore duplicates while keeping order intact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003366"/>
                </a:solidFill>
              </a:rPr>
              <a:t>Chooses preferred file from BL folder (if multiple found)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003366"/>
                </a:solidFill>
              </a:rPr>
              <a:t>Copies or merges PDFs using </a:t>
            </a:r>
            <a:r>
              <a:rPr lang="en-US" altLang="en-US" sz="1600" b="1" dirty="0" err="1">
                <a:solidFill>
                  <a:srgbClr val="003366"/>
                </a:solidFill>
              </a:rPr>
              <a:t>PyMuPDF</a:t>
            </a:r>
            <a:endParaRPr lang="en-US" altLang="en-US" sz="1600" b="1" dirty="0">
              <a:solidFill>
                <a:srgbClr val="003366"/>
              </a:solidFill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003366"/>
                </a:solidFill>
              </a:rPr>
              <a:t>Saves merged outputs into Bank subfolder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rgbClr val="003366"/>
                </a:solidFill>
              </a:rPr>
              <a:t>Generates logs with ✅ OK, ❌ Missing, ⚠️ Skipped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30" y="50165"/>
            <a:ext cx="7135402" cy="835660"/>
          </a:xfrm>
        </p:spPr>
        <p:txBody>
          <a:bodyPr/>
          <a:lstStyle/>
          <a:p>
            <a:pPr algn="l"/>
            <a:r>
              <a:rPr lang="en-US" sz="2800" dirty="0"/>
              <a:t>Time Comparison-</a:t>
            </a:r>
            <a:r>
              <a:rPr lang="en-IN" sz="2800" dirty="0"/>
              <a:t>Manual vs Python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310560"/>
              </p:ext>
            </p:extLst>
          </p:nvPr>
        </p:nvGraphicFramePr>
        <p:xfrm>
          <a:off x="2650331" y="895349"/>
          <a:ext cx="6096004" cy="136207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646038210"/>
                    </a:ext>
                  </a:extLst>
                </a:gridCol>
                <a:gridCol w="950581">
                  <a:extLst>
                    <a:ext uri="{9D8B030D-6E8A-4147-A177-3AD203B41FA5}">
                      <a16:colId xmlns:a16="http://schemas.microsoft.com/office/drawing/2014/main" val="228512495"/>
                    </a:ext>
                  </a:extLst>
                </a:gridCol>
                <a:gridCol w="1156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4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Time Comparison: Manual VS Macro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Time per 1 req. ( In Min)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Time taken per Year(In Min)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Time taken per Month(Min)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Per day Time(Min)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Saving (Per Day Min)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6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With Manual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7122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593.500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26.98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8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With Python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237.4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19.78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0.90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Content Placeholder 2"/>
          <p:cNvSpPr txBox="1">
            <a:spLocks/>
          </p:cNvSpPr>
          <p:nvPr/>
        </p:nvSpPr>
        <p:spPr>
          <a:xfrm>
            <a:off x="2726531" y="2409825"/>
            <a:ext cx="6172200" cy="228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Time saved per month will be 573 Mins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FTE Save : 0.05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778633"/>
              </p:ext>
            </p:extLst>
          </p:nvPr>
        </p:nvGraphicFramePr>
        <p:xfrm>
          <a:off x="364331" y="895349"/>
          <a:ext cx="1778000" cy="3143250"/>
        </p:xfrm>
        <a:graphic>
          <a:graphicData uri="http://schemas.openxmlformats.org/drawingml/2006/table">
            <a:tbl>
              <a:tblPr/>
              <a:tblGrid>
                <a:gridCol w="87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Count of BL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Aug-24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Sep-24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196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Oct-24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Nov-24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Dec-24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143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Jan-25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Feb-25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139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Mar-25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312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Apr-25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129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May-25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173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Jun-25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Jul-25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Aug-25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284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Grand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2459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3196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94697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CE58F613EBF44C8176B90A6E5819F9" ma:contentTypeVersion="3" ma:contentTypeDescription="Create a new document." ma:contentTypeScope="" ma:versionID="57453bda3875b7cf5d576d8ebb6b735f">
  <xsd:schema xmlns:xsd="http://www.w3.org/2001/XMLSchema" xmlns:xs="http://www.w3.org/2001/XMLSchema" xmlns:p="http://schemas.microsoft.com/office/2006/metadata/properties" xmlns:ns2="358e184a-3078-42a8-bfbd-6d514b43f286" targetNamespace="http://schemas.microsoft.com/office/2006/metadata/properties" ma:root="true" ma:fieldsID="e7aac3ef30eec0480541c41ac67baaa7" ns2:_="">
    <xsd:import namespace="358e184a-3078-42a8-bfbd-6d514b43f2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Open_x0020_with_x0020_Seclor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8e184a-3078-42a8-bfbd-6d514b43f2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Open_x0020_with_x0020_Seclore" ma:index="10" nillable="true" ma:displayName="Open with Seclore" ma:hidden="true" ma:internalName="Open_x0020_with_x0020_Seclor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pen_x0020_with_x0020_Seclore xmlns="358e184a-3078-42a8-bfbd-6d514b43f286" xsi:nil="true"/>
  </documentManagement>
</p:properties>
</file>

<file path=customXml/itemProps1.xml><?xml version="1.0" encoding="utf-8"?>
<ds:datastoreItem xmlns:ds="http://schemas.openxmlformats.org/officeDocument/2006/customXml" ds:itemID="{A4A6E31E-ADAA-4A6A-B1B0-EB1DB5445E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8e184a-3078-42a8-bfbd-6d514b43f2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63F96B-2195-46DD-8635-527845931A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8B772-88A8-4413-B15B-83247E5092FD}">
  <ds:schemaRefs>
    <ds:schemaRef ds:uri="358e184a-3078-42a8-bfbd-6d514b43f286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1336</TotalTime>
  <Words>347</Words>
  <Application>Microsoft Office PowerPoint</Application>
  <PresentationFormat>Custom</PresentationFormat>
  <Paragraphs>85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  <vt:variant>
        <vt:lpstr>Custom Shows</vt:lpstr>
      </vt:variant>
      <vt:variant>
        <vt:i4>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Segoe UI</vt:lpstr>
      <vt:lpstr>Segoe UI Semibold</vt:lpstr>
      <vt:lpstr>Wingdings</vt:lpstr>
      <vt:lpstr>Custom Design</vt:lpstr>
      <vt:lpstr>WUSA - PDF Merge Tool Automation of BL, CI, PL, SB PDF Handling</vt:lpstr>
      <vt:lpstr>Agenda</vt:lpstr>
      <vt:lpstr>📌 Manual Process (Before Automation)</vt:lpstr>
      <vt:lpstr>PowerPoint Presentation</vt:lpstr>
      <vt:lpstr>⚡ Python Workflow</vt:lpstr>
      <vt:lpstr>Time Comparison-Manual vs Python 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Welspun PPT template-New.ai</dc:title>
  <dc:creator>0161059</dc:creator>
  <cp:lastModifiedBy>Jay Damania</cp:lastModifiedBy>
  <cp:revision>267</cp:revision>
  <dcterms:created xsi:type="dcterms:W3CDTF">2022-04-06T04:52:05Z</dcterms:created>
  <dcterms:modified xsi:type="dcterms:W3CDTF">2025-11-25T16:14:26Z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2022-04-06T00:00:00Z</vt:filetime>
  </property>
  <property fmtid="{D5CDD505-2E9C-101B-9397-08002B2CF9AE}" pid="5" name="ContentTypeId">
    <vt:lpwstr>0x01010065CE58F613EBF44C8176B90A6E5819F9</vt:lpwstr>
  </property>
</Properties>
</file>